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Arial Narrow"/>
      <p:regular r:id="rId23"/>
      <p:bold r:id="rId24"/>
      <p:italic r:id="rId25"/>
      <p:boldItalic r:id="rId26"/>
    </p:embeddedFont>
    <p:embeddedFont>
      <p:font typeface="Tahoma"/>
      <p:regular r:id="rId27"/>
      <p:bold r:id="rId28"/>
    </p:embeddedFont>
    <p:embeddedFont>
      <p:font typeface="Quattrocento Sans"/>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3" roundtripDataSignature="AMtx7mjvDmrLEYpQnTQyc/f2MF4LD3rz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ArialNarrow-bold.fntdata"/><Relationship Id="rId23" Type="http://schemas.openxmlformats.org/officeDocument/2006/relationships/font" Target="fonts/ArialNarrow-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rialNarrow-boldItalic.fntdata"/><Relationship Id="rId25" Type="http://schemas.openxmlformats.org/officeDocument/2006/relationships/font" Target="fonts/ArialNarrow-italic.fntdata"/><Relationship Id="rId28" Type="http://schemas.openxmlformats.org/officeDocument/2006/relationships/font" Target="fonts/Tahoma-bold.fntdata"/><Relationship Id="rId27" Type="http://schemas.openxmlformats.org/officeDocument/2006/relationships/font" Target="fonts/Tahoma-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QuattrocentoSans-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QuattrocentoSans-italic.fntdata"/><Relationship Id="rId30" Type="http://schemas.openxmlformats.org/officeDocument/2006/relationships/font" Target="fonts/QuattrocentoSans-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QuattrocentoSans-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a6bae94b38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2a6bae94b38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a6bae94b38_0_1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a6bae94b38_0_17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g2a6bae94b38_0_17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a6bae94b38_0_1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a6bae94b38_0_18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g2a6bae94b38_0_18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a6bae94b38_0_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a6bae94b38_0_1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g2a6bae94b38_0_17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a6bae94b38_0_1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a6bae94b38_0_19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g2a6bae94b38_0_19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a6bae94b38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a6bae94b38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g2a6bae94b38_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a6bae94b38_2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a6bae94b38_2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g2a6bae94b38_2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a6bae94b38_2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a6bae94b38_2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g2a6bae94b38_2_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a6bae94b38_2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a6bae94b38_2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g2a6bae94b38_2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a6bae94b38_0_2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a6bae94b38_0_20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g2a6bae94b38_0_20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a6bae94b38_0_2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a6bae94b38_0_2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g2a6bae94b38_0_2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a6bae94b38_0_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a6bae94b38_0_2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g2a6bae94b38_0_2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8" name="Shape 18"/>
        <p:cNvGrpSpPr/>
        <p:nvPr/>
      </p:nvGrpSpPr>
      <p:grpSpPr>
        <a:xfrm>
          <a:off x="0" y="0"/>
          <a:ext cx="0" cy="0"/>
          <a:chOff x="0" y="0"/>
          <a:chExt cx="0" cy="0"/>
        </a:xfrm>
      </p:grpSpPr>
      <p:sp>
        <p:nvSpPr>
          <p:cNvPr id="19" name="Google Shape;19;p12"/>
          <p:cNvSpPr/>
          <p:nvPr/>
        </p:nvSpPr>
        <p:spPr>
          <a:xfrm>
            <a:off x="0" y="0"/>
            <a:ext cx="9144000" cy="97155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i="0" sz="1350" u="none" cap="none" strike="noStrike">
              <a:solidFill>
                <a:schemeClr val="dk1"/>
              </a:solidFill>
              <a:latin typeface="Arial Narrow"/>
              <a:ea typeface="Arial Narrow"/>
              <a:cs typeface="Arial Narrow"/>
              <a:sym typeface="Arial Narrow"/>
            </a:endParaRPr>
          </a:p>
        </p:txBody>
      </p:sp>
      <p:pic>
        <p:nvPicPr>
          <p:cNvPr id="20" name="Google Shape;20;p12"/>
          <p:cNvPicPr preferRelativeResize="0"/>
          <p:nvPr/>
        </p:nvPicPr>
        <p:blipFill rotWithShape="1">
          <a:blip r:embed="rId2">
            <a:alphaModFix/>
          </a:blip>
          <a:srcRect b="0" l="0" r="0" t="0"/>
          <a:stretch/>
        </p:blipFill>
        <p:spPr>
          <a:xfrm>
            <a:off x="5456238" y="233363"/>
            <a:ext cx="3625850" cy="600075"/>
          </a:xfrm>
          <a:prstGeom prst="rect">
            <a:avLst/>
          </a:prstGeom>
          <a:noFill/>
          <a:ln>
            <a:noFill/>
          </a:ln>
        </p:spPr>
      </p:pic>
      <p:pic>
        <p:nvPicPr>
          <p:cNvPr id="21" name="Google Shape;21;p12"/>
          <p:cNvPicPr preferRelativeResize="0"/>
          <p:nvPr/>
        </p:nvPicPr>
        <p:blipFill rotWithShape="1">
          <a:blip r:embed="rId3">
            <a:alphaModFix/>
          </a:blip>
          <a:srcRect b="0" l="0" r="0" t="0"/>
          <a:stretch/>
        </p:blipFill>
        <p:spPr>
          <a:xfrm>
            <a:off x="304800" y="1281113"/>
            <a:ext cx="1119188" cy="1116012"/>
          </a:xfrm>
          <a:prstGeom prst="rect">
            <a:avLst/>
          </a:prstGeom>
          <a:noFill/>
          <a:ln>
            <a:noFill/>
          </a:ln>
        </p:spPr>
      </p:pic>
      <p:sp>
        <p:nvSpPr>
          <p:cNvPr id="22" name="Google Shape;22;p12"/>
          <p:cNvSpPr txBox="1"/>
          <p:nvPr>
            <p:ph idx="1" type="subTitle"/>
          </p:nvPr>
        </p:nvSpPr>
        <p:spPr>
          <a:xfrm>
            <a:off x="685800" y="2914650"/>
            <a:ext cx="7677492" cy="1314450"/>
          </a:xfrm>
          <a:prstGeom prst="rect">
            <a:avLst/>
          </a:prstGeom>
          <a:noFill/>
          <a:ln>
            <a:noFill/>
          </a:ln>
        </p:spPr>
        <p:txBody>
          <a:bodyPr anchorCtr="0" anchor="t" bIns="45700" lIns="91425" spcFirstLastPara="1" rIns="91425" wrap="square" tIns="45700">
            <a:noAutofit/>
          </a:bodyPr>
          <a:lstStyle>
            <a:lvl1pPr lvl="0" algn="l">
              <a:spcBef>
                <a:spcPts val="225"/>
              </a:spcBef>
              <a:spcAft>
                <a:spcPts val="0"/>
              </a:spcAft>
              <a:buSzPts val="675"/>
              <a:buNone/>
              <a:defRPr b="0" sz="1125">
                <a:latin typeface="Calibri"/>
                <a:ea typeface="Calibri"/>
                <a:cs typeface="Calibri"/>
                <a:sym typeface="Calibri"/>
              </a:defRPr>
            </a:lvl1pPr>
            <a:lvl2pPr lvl="1" algn="ctr">
              <a:spcBef>
                <a:spcPts val="300"/>
              </a:spcBef>
              <a:spcAft>
                <a:spcPts val="0"/>
              </a:spcAft>
              <a:buSzPts val="1650"/>
              <a:buNone/>
              <a:defRPr/>
            </a:lvl2pPr>
            <a:lvl3pPr lvl="2" algn="ctr">
              <a:spcBef>
                <a:spcPts val="300"/>
              </a:spcBef>
              <a:spcAft>
                <a:spcPts val="0"/>
              </a:spcAft>
              <a:buClr>
                <a:schemeClr val="dk1"/>
              </a:buClr>
              <a:buSzPts val="1200"/>
              <a:buNone/>
              <a:defRPr/>
            </a:lvl3pPr>
            <a:lvl4pPr lvl="3" algn="ctr">
              <a:spcBef>
                <a:spcPts val="300"/>
              </a:spcBef>
              <a:spcAft>
                <a:spcPts val="0"/>
              </a:spcAft>
              <a:buClr>
                <a:schemeClr val="dk1"/>
              </a:buClr>
              <a:buSzPts val="1500"/>
              <a:buFont typeface="Calibri"/>
              <a:buNone/>
              <a:defRPr/>
            </a:lvl4pPr>
            <a:lvl5pPr lvl="4" algn="ctr">
              <a:spcBef>
                <a:spcPts val="300"/>
              </a:spcBef>
              <a:spcAft>
                <a:spcPts val="0"/>
              </a:spcAft>
              <a:buClr>
                <a:schemeClr val="dk1"/>
              </a:buClr>
              <a:buSzPts val="1500"/>
              <a:buFont typeface="Calibri"/>
              <a:buNone/>
              <a:defRPr/>
            </a:lvl5pPr>
            <a:lvl6pPr lvl="5" algn="ctr">
              <a:spcBef>
                <a:spcPts val="225"/>
              </a:spcBef>
              <a:spcAft>
                <a:spcPts val="0"/>
              </a:spcAft>
              <a:buClr>
                <a:schemeClr val="dk1"/>
              </a:buClr>
              <a:buSzPts val="1125"/>
              <a:buFont typeface="Arial"/>
              <a:buNone/>
              <a:defRPr/>
            </a:lvl6pPr>
            <a:lvl7pPr lvl="6" algn="ctr">
              <a:spcBef>
                <a:spcPts val="225"/>
              </a:spcBef>
              <a:spcAft>
                <a:spcPts val="0"/>
              </a:spcAft>
              <a:buClr>
                <a:schemeClr val="dk1"/>
              </a:buClr>
              <a:buSzPts val="1125"/>
              <a:buFont typeface="Arial"/>
              <a:buNone/>
              <a:defRPr/>
            </a:lvl7pPr>
            <a:lvl8pPr lvl="7" algn="ctr">
              <a:spcBef>
                <a:spcPts val="225"/>
              </a:spcBef>
              <a:spcAft>
                <a:spcPts val="0"/>
              </a:spcAft>
              <a:buClr>
                <a:schemeClr val="dk1"/>
              </a:buClr>
              <a:buSzPts val="1125"/>
              <a:buFont typeface="Arial"/>
              <a:buNone/>
              <a:defRPr/>
            </a:lvl8pPr>
            <a:lvl9pPr lvl="8" algn="ctr">
              <a:spcBef>
                <a:spcPts val="225"/>
              </a:spcBef>
              <a:spcAft>
                <a:spcPts val="0"/>
              </a:spcAft>
              <a:buClr>
                <a:schemeClr val="dk1"/>
              </a:buClr>
              <a:buSzPts val="1125"/>
              <a:buFont typeface="Arial"/>
              <a:buNone/>
              <a:defRPr/>
            </a:lvl9pPr>
          </a:lstStyle>
          <a:p/>
        </p:txBody>
      </p:sp>
      <p:sp>
        <p:nvSpPr>
          <p:cNvPr id="23" name="Google Shape;23;p12"/>
          <p:cNvSpPr txBox="1"/>
          <p:nvPr>
            <p:ph type="title"/>
          </p:nvPr>
        </p:nvSpPr>
        <p:spPr>
          <a:xfrm>
            <a:off x="2001440" y="1200150"/>
            <a:ext cx="6277401" cy="16573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13"/>
          <p:cNvSpPr txBox="1"/>
          <p:nvPr>
            <p:ph type="title"/>
          </p:nvPr>
        </p:nvSpPr>
        <p:spPr>
          <a:xfrm>
            <a:off x="357024" y="326759"/>
            <a:ext cx="7592093" cy="5715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27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p:nvPr>
            <p:ph idx="1" type="body"/>
          </p:nvPr>
        </p:nvSpPr>
        <p:spPr>
          <a:xfrm>
            <a:off x="396877" y="1022350"/>
            <a:ext cx="7896225" cy="3729038"/>
          </a:xfrm>
          <a:prstGeom prst="rect">
            <a:avLst/>
          </a:prstGeom>
          <a:noFill/>
          <a:ln>
            <a:noFill/>
          </a:ln>
        </p:spPr>
        <p:txBody>
          <a:bodyPr anchorCtr="0" anchor="t" bIns="45700" lIns="91425" spcFirstLastPara="1" rIns="91425" wrap="square" tIns="45700">
            <a:noAutofit/>
          </a:bodyPr>
          <a:lstStyle>
            <a:lvl1pPr indent="-331470" lvl="0" marL="457200" algn="l">
              <a:spcBef>
                <a:spcPts val="540"/>
              </a:spcBef>
              <a:spcAft>
                <a:spcPts val="0"/>
              </a:spcAft>
              <a:buSzPts val="1620"/>
              <a:buChar char="⬛"/>
              <a:defRPr sz="2700"/>
            </a:lvl1pPr>
            <a:lvl2pPr indent="-375285" lvl="1" marL="914400" algn="l">
              <a:spcBef>
                <a:spcPts val="420"/>
              </a:spcBef>
              <a:spcAft>
                <a:spcPts val="0"/>
              </a:spcAft>
              <a:buSzPts val="2310"/>
              <a:buChar char="▪"/>
              <a:defRPr sz="2100"/>
            </a:lvl2pPr>
            <a:lvl3pPr indent="-335280" lvl="2" marL="1371600" algn="l">
              <a:spcBef>
                <a:spcPts val="420"/>
              </a:spcBef>
              <a:spcAft>
                <a:spcPts val="0"/>
              </a:spcAft>
              <a:buClr>
                <a:schemeClr val="dk1"/>
              </a:buClr>
              <a:buSzPts val="1680"/>
              <a:buChar char="▪"/>
              <a:defRPr sz="2100"/>
            </a:lvl3pPr>
            <a:lvl4pPr indent="-361950" lvl="3" marL="1828800" algn="l">
              <a:spcBef>
                <a:spcPts val="420"/>
              </a:spcBef>
              <a:spcAft>
                <a:spcPts val="0"/>
              </a:spcAft>
              <a:buClr>
                <a:schemeClr val="dk1"/>
              </a:buClr>
              <a:buSzPts val="2100"/>
              <a:buFont typeface="Calibri"/>
              <a:buChar char="–"/>
              <a:defRPr sz="2100"/>
            </a:lvl4pPr>
            <a:lvl5pPr indent="-361950" lvl="4" marL="2286000" algn="l">
              <a:spcBef>
                <a:spcPts val="420"/>
              </a:spcBef>
              <a:spcAft>
                <a:spcPts val="0"/>
              </a:spcAft>
              <a:buClr>
                <a:schemeClr val="dk1"/>
              </a:buClr>
              <a:buSzPts val="2100"/>
              <a:buFont typeface="Calibri"/>
              <a:buChar char="»"/>
              <a:defRPr sz="21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3305179"/>
            <a:ext cx="7772400" cy="1021556"/>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225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4"/>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Autofit/>
          </a:bodyPr>
          <a:lstStyle>
            <a:lvl1pPr indent="-228600" lvl="0" marL="457200" algn="l">
              <a:spcBef>
                <a:spcPts val="225"/>
              </a:spcBef>
              <a:spcAft>
                <a:spcPts val="0"/>
              </a:spcAft>
              <a:buSzPts val="675"/>
              <a:buNone/>
              <a:defRPr sz="1125"/>
            </a:lvl1pPr>
            <a:lvl2pPr indent="-228600" lvl="1" marL="914400" algn="l">
              <a:spcBef>
                <a:spcPts val="203"/>
              </a:spcBef>
              <a:spcAft>
                <a:spcPts val="0"/>
              </a:spcAft>
              <a:buSzPts val="1114"/>
              <a:buNone/>
              <a:defRPr sz="1013"/>
            </a:lvl2pPr>
            <a:lvl3pPr indent="-228600" lvl="2" marL="1371600" algn="l">
              <a:spcBef>
                <a:spcPts val="180"/>
              </a:spcBef>
              <a:spcAft>
                <a:spcPts val="0"/>
              </a:spcAft>
              <a:buClr>
                <a:schemeClr val="dk1"/>
              </a:buClr>
              <a:buSzPts val="720"/>
              <a:buNone/>
              <a:defRPr sz="900"/>
            </a:lvl3pPr>
            <a:lvl4pPr indent="-228600" lvl="3" marL="1828800" algn="l">
              <a:spcBef>
                <a:spcPts val="158"/>
              </a:spcBef>
              <a:spcAft>
                <a:spcPts val="0"/>
              </a:spcAft>
              <a:buClr>
                <a:schemeClr val="dk1"/>
              </a:buClr>
              <a:buSzPts val="788"/>
              <a:buFont typeface="Calibri"/>
              <a:buNone/>
              <a:defRPr sz="788"/>
            </a:lvl4pPr>
            <a:lvl5pPr indent="-228600" lvl="4" marL="2286000" algn="l">
              <a:spcBef>
                <a:spcPts val="158"/>
              </a:spcBef>
              <a:spcAft>
                <a:spcPts val="0"/>
              </a:spcAft>
              <a:buClr>
                <a:schemeClr val="dk1"/>
              </a:buClr>
              <a:buSzPts val="788"/>
              <a:buFont typeface="Calibri"/>
              <a:buNone/>
              <a:defRPr sz="788"/>
            </a:lvl5pPr>
            <a:lvl6pPr indent="-228600" lvl="5" marL="2743200" algn="l">
              <a:spcBef>
                <a:spcPts val="158"/>
              </a:spcBef>
              <a:spcAft>
                <a:spcPts val="0"/>
              </a:spcAft>
              <a:buClr>
                <a:schemeClr val="dk1"/>
              </a:buClr>
              <a:buSzPts val="788"/>
              <a:buFont typeface="Arial"/>
              <a:buNone/>
              <a:defRPr sz="788"/>
            </a:lvl6pPr>
            <a:lvl7pPr indent="-228600" lvl="6" marL="3200400" algn="l">
              <a:spcBef>
                <a:spcPts val="158"/>
              </a:spcBef>
              <a:spcAft>
                <a:spcPts val="0"/>
              </a:spcAft>
              <a:buClr>
                <a:schemeClr val="dk1"/>
              </a:buClr>
              <a:buSzPts val="788"/>
              <a:buFont typeface="Arial"/>
              <a:buNone/>
              <a:defRPr sz="788"/>
            </a:lvl7pPr>
            <a:lvl8pPr indent="-228600" lvl="7" marL="3657600" algn="l">
              <a:spcBef>
                <a:spcPts val="158"/>
              </a:spcBef>
              <a:spcAft>
                <a:spcPts val="0"/>
              </a:spcAft>
              <a:buClr>
                <a:schemeClr val="dk1"/>
              </a:buClr>
              <a:buSzPts val="788"/>
              <a:buFont typeface="Arial"/>
              <a:buNone/>
              <a:defRPr sz="788"/>
            </a:lvl8pPr>
            <a:lvl9pPr indent="-228600" lvl="8" marL="4114800" algn="l">
              <a:spcBef>
                <a:spcPts val="158"/>
              </a:spcBef>
              <a:spcAft>
                <a:spcPts val="0"/>
              </a:spcAft>
              <a:buClr>
                <a:schemeClr val="dk1"/>
              </a:buClr>
              <a:buSzPts val="788"/>
              <a:buFont typeface="Arial"/>
              <a:buNone/>
              <a:defRPr sz="788"/>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 name="Shape 30"/>
        <p:cNvGrpSpPr/>
        <p:nvPr/>
      </p:nvGrpSpPr>
      <p:grpSpPr>
        <a:xfrm>
          <a:off x="0" y="0"/>
          <a:ext cx="0" cy="0"/>
          <a:chOff x="0" y="0"/>
          <a:chExt cx="0" cy="0"/>
        </a:xfrm>
      </p:grpSpPr>
      <p:sp>
        <p:nvSpPr>
          <p:cNvPr id="31" name="Google Shape;31;p15"/>
          <p:cNvSpPr txBox="1"/>
          <p:nvPr>
            <p:ph type="title"/>
          </p:nvPr>
        </p:nvSpPr>
        <p:spPr>
          <a:xfrm>
            <a:off x="374652" y="277813"/>
            <a:ext cx="7591425" cy="5715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5"/>
          <p:cNvSpPr txBox="1"/>
          <p:nvPr>
            <p:ph idx="1" type="body"/>
          </p:nvPr>
        </p:nvSpPr>
        <p:spPr>
          <a:xfrm>
            <a:off x="638181" y="1021558"/>
            <a:ext cx="3871913" cy="3729038"/>
          </a:xfrm>
          <a:prstGeom prst="rect">
            <a:avLst/>
          </a:prstGeom>
          <a:noFill/>
          <a:ln>
            <a:noFill/>
          </a:ln>
        </p:spPr>
        <p:txBody>
          <a:bodyPr anchorCtr="0" anchor="t" bIns="45700" lIns="91425" spcFirstLastPara="1" rIns="91425" wrap="square" tIns="45700">
            <a:noAutofit/>
          </a:bodyPr>
          <a:lstStyle>
            <a:lvl1pPr indent="-308610" lvl="0" marL="457200" algn="l">
              <a:spcBef>
                <a:spcPts val="420"/>
              </a:spcBef>
              <a:spcAft>
                <a:spcPts val="0"/>
              </a:spcAft>
              <a:buSzPts val="1260"/>
              <a:buChar char="⬛"/>
              <a:defRPr sz="2100"/>
            </a:lvl1pPr>
            <a:lvl2pPr indent="-354330" lvl="1" marL="914400" algn="l">
              <a:spcBef>
                <a:spcPts val="360"/>
              </a:spcBef>
              <a:spcAft>
                <a:spcPts val="0"/>
              </a:spcAft>
              <a:buSzPts val="1980"/>
              <a:buChar char="▪"/>
              <a:defRPr sz="1800"/>
            </a:lvl2pPr>
            <a:lvl3pPr indent="-297180" lvl="2" marL="1371600" algn="l">
              <a:spcBef>
                <a:spcPts val="270"/>
              </a:spcBef>
              <a:spcAft>
                <a:spcPts val="0"/>
              </a:spcAft>
              <a:buClr>
                <a:schemeClr val="dk1"/>
              </a:buClr>
              <a:buSzPts val="1080"/>
              <a:buChar char="▪"/>
              <a:defRPr sz="1350"/>
            </a:lvl3pPr>
            <a:lvl4pPr indent="-304800" lvl="3" marL="1828800" algn="l">
              <a:spcBef>
                <a:spcPts val="240"/>
              </a:spcBef>
              <a:spcAft>
                <a:spcPts val="0"/>
              </a:spcAft>
              <a:buClr>
                <a:schemeClr val="dk1"/>
              </a:buClr>
              <a:buSzPts val="1200"/>
              <a:buFont typeface="Calibri"/>
              <a:buChar char="–"/>
              <a:defRPr sz="1200"/>
            </a:lvl4pPr>
            <a:lvl5pPr indent="-304800" lvl="4" marL="2286000" algn="l">
              <a:spcBef>
                <a:spcPts val="240"/>
              </a:spcBef>
              <a:spcAft>
                <a:spcPts val="0"/>
              </a:spcAft>
              <a:buClr>
                <a:schemeClr val="dk1"/>
              </a:buClr>
              <a:buSzPts val="1200"/>
              <a:buFont typeface="Calibri"/>
              <a:buChar char="»"/>
              <a:defRPr sz="1200"/>
            </a:lvl5pPr>
            <a:lvl6pPr indent="-292925" lvl="5" marL="2743200" algn="l">
              <a:spcBef>
                <a:spcPts val="203"/>
              </a:spcBef>
              <a:spcAft>
                <a:spcPts val="0"/>
              </a:spcAft>
              <a:buClr>
                <a:schemeClr val="dk1"/>
              </a:buClr>
              <a:buSzPts val="1013"/>
              <a:buFont typeface="Arial"/>
              <a:buChar char="»"/>
              <a:defRPr sz="1013"/>
            </a:lvl6pPr>
            <a:lvl7pPr indent="-292925" lvl="6" marL="3200400" algn="l">
              <a:spcBef>
                <a:spcPts val="203"/>
              </a:spcBef>
              <a:spcAft>
                <a:spcPts val="0"/>
              </a:spcAft>
              <a:buClr>
                <a:schemeClr val="dk1"/>
              </a:buClr>
              <a:buSzPts val="1013"/>
              <a:buFont typeface="Arial"/>
              <a:buChar char="»"/>
              <a:defRPr sz="1013"/>
            </a:lvl7pPr>
            <a:lvl8pPr indent="-292925" lvl="7" marL="3657600" algn="l">
              <a:spcBef>
                <a:spcPts val="203"/>
              </a:spcBef>
              <a:spcAft>
                <a:spcPts val="0"/>
              </a:spcAft>
              <a:buClr>
                <a:schemeClr val="dk1"/>
              </a:buClr>
              <a:buSzPts val="1013"/>
              <a:buFont typeface="Arial"/>
              <a:buChar char="»"/>
              <a:defRPr sz="1013"/>
            </a:lvl8pPr>
            <a:lvl9pPr indent="-292925" lvl="8" marL="4114800" algn="l">
              <a:spcBef>
                <a:spcPts val="203"/>
              </a:spcBef>
              <a:spcAft>
                <a:spcPts val="0"/>
              </a:spcAft>
              <a:buClr>
                <a:schemeClr val="dk1"/>
              </a:buClr>
              <a:buSzPts val="1013"/>
              <a:buFont typeface="Arial"/>
              <a:buChar char="»"/>
              <a:defRPr sz="1013"/>
            </a:lvl9pPr>
          </a:lstStyle>
          <a:p/>
        </p:txBody>
      </p:sp>
      <p:sp>
        <p:nvSpPr>
          <p:cNvPr id="33" name="Google Shape;33;p15"/>
          <p:cNvSpPr txBox="1"/>
          <p:nvPr>
            <p:ph idx="2" type="body"/>
          </p:nvPr>
        </p:nvSpPr>
        <p:spPr>
          <a:xfrm>
            <a:off x="4662489" y="1021558"/>
            <a:ext cx="3871912" cy="3729038"/>
          </a:xfrm>
          <a:prstGeom prst="rect">
            <a:avLst/>
          </a:prstGeom>
          <a:noFill/>
          <a:ln>
            <a:noFill/>
          </a:ln>
        </p:spPr>
        <p:txBody>
          <a:bodyPr anchorCtr="0" anchor="t" bIns="45700" lIns="91425" spcFirstLastPara="1" rIns="91425" wrap="square" tIns="45700">
            <a:noAutofit/>
          </a:bodyPr>
          <a:lstStyle>
            <a:lvl1pPr indent="-308610" lvl="0" marL="457200" algn="l">
              <a:spcBef>
                <a:spcPts val="420"/>
              </a:spcBef>
              <a:spcAft>
                <a:spcPts val="0"/>
              </a:spcAft>
              <a:buSzPts val="1260"/>
              <a:buChar char="⬛"/>
              <a:defRPr sz="2100"/>
            </a:lvl1pPr>
            <a:lvl2pPr indent="-354330" lvl="1" marL="914400" algn="l">
              <a:spcBef>
                <a:spcPts val="360"/>
              </a:spcBef>
              <a:spcAft>
                <a:spcPts val="0"/>
              </a:spcAft>
              <a:buSzPts val="1980"/>
              <a:buChar char="▪"/>
              <a:defRPr sz="1800"/>
            </a:lvl2pPr>
            <a:lvl3pPr indent="-297180" lvl="2" marL="1371600" algn="l">
              <a:spcBef>
                <a:spcPts val="270"/>
              </a:spcBef>
              <a:spcAft>
                <a:spcPts val="0"/>
              </a:spcAft>
              <a:buClr>
                <a:schemeClr val="dk1"/>
              </a:buClr>
              <a:buSzPts val="1080"/>
              <a:buChar char="▪"/>
              <a:defRPr sz="1350"/>
            </a:lvl3pPr>
            <a:lvl4pPr indent="-304800" lvl="3" marL="1828800" algn="l">
              <a:spcBef>
                <a:spcPts val="240"/>
              </a:spcBef>
              <a:spcAft>
                <a:spcPts val="0"/>
              </a:spcAft>
              <a:buClr>
                <a:schemeClr val="dk1"/>
              </a:buClr>
              <a:buSzPts val="1200"/>
              <a:buFont typeface="Calibri"/>
              <a:buChar char="–"/>
              <a:defRPr sz="1200"/>
            </a:lvl4pPr>
            <a:lvl5pPr indent="-304800" lvl="4" marL="2286000" algn="l">
              <a:spcBef>
                <a:spcPts val="240"/>
              </a:spcBef>
              <a:spcAft>
                <a:spcPts val="0"/>
              </a:spcAft>
              <a:buClr>
                <a:schemeClr val="dk1"/>
              </a:buClr>
              <a:buSzPts val="1200"/>
              <a:buFont typeface="Calibri"/>
              <a:buChar char="»"/>
              <a:defRPr sz="1200"/>
            </a:lvl5pPr>
            <a:lvl6pPr indent="-292925" lvl="5" marL="2743200" algn="l">
              <a:spcBef>
                <a:spcPts val="203"/>
              </a:spcBef>
              <a:spcAft>
                <a:spcPts val="0"/>
              </a:spcAft>
              <a:buClr>
                <a:schemeClr val="dk1"/>
              </a:buClr>
              <a:buSzPts val="1013"/>
              <a:buFont typeface="Arial"/>
              <a:buChar char="»"/>
              <a:defRPr sz="1013"/>
            </a:lvl6pPr>
            <a:lvl7pPr indent="-292925" lvl="6" marL="3200400" algn="l">
              <a:spcBef>
                <a:spcPts val="203"/>
              </a:spcBef>
              <a:spcAft>
                <a:spcPts val="0"/>
              </a:spcAft>
              <a:buClr>
                <a:schemeClr val="dk1"/>
              </a:buClr>
              <a:buSzPts val="1013"/>
              <a:buFont typeface="Arial"/>
              <a:buChar char="»"/>
              <a:defRPr sz="1013"/>
            </a:lvl7pPr>
            <a:lvl8pPr indent="-292925" lvl="7" marL="3657600" algn="l">
              <a:spcBef>
                <a:spcPts val="203"/>
              </a:spcBef>
              <a:spcAft>
                <a:spcPts val="0"/>
              </a:spcAft>
              <a:buClr>
                <a:schemeClr val="dk1"/>
              </a:buClr>
              <a:buSzPts val="1013"/>
              <a:buFont typeface="Arial"/>
              <a:buChar char="»"/>
              <a:defRPr sz="1013"/>
            </a:lvl8pPr>
            <a:lvl9pPr indent="-292925" lvl="8" marL="4114800" algn="l">
              <a:spcBef>
                <a:spcPts val="203"/>
              </a:spcBef>
              <a:spcAft>
                <a:spcPts val="0"/>
              </a:spcAft>
              <a:buClr>
                <a:schemeClr val="dk1"/>
              </a:buClr>
              <a:buSzPts val="1013"/>
              <a:buFont typeface="Arial"/>
              <a:buChar char="»"/>
              <a:defRPr sz="1013"/>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1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6"/>
          <p:cNvSpPr txBox="1"/>
          <p:nvPr>
            <p:ph idx="1" type="body"/>
          </p:nvPr>
        </p:nvSpPr>
        <p:spPr>
          <a:xfrm>
            <a:off x="457200" y="1151337"/>
            <a:ext cx="4040188" cy="479822"/>
          </a:xfrm>
          <a:prstGeom prst="rect">
            <a:avLst/>
          </a:prstGeom>
          <a:noFill/>
          <a:ln>
            <a:noFill/>
          </a:ln>
        </p:spPr>
        <p:txBody>
          <a:bodyPr anchorCtr="0" anchor="b" bIns="45700" lIns="91425" spcFirstLastPara="1" rIns="91425" wrap="square" tIns="45700">
            <a:noAutofit/>
          </a:bodyPr>
          <a:lstStyle>
            <a:lvl1pPr indent="-228600" lvl="0" marL="457200" algn="l">
              <a:spcBef>
                <a:spcPts val="420"/>
              </a:spcBef>
              <a:spcAft>
                <a:spcPts val="0"/>
              </a:spcAft>
              <a:buSzPts val="1260"/>
              <a:buNone/>
              <a:defRPr b="1" sz="2100"/>
            </a:lvl1pPr>
            <a:lvl2pPr indent="-228600" lvl="1" marL="914400" algn="l">
              <a:spcBef>
                <a:spcPts val="225"/>
              </a:spcBef>
              <a:spcAft>
                <a:spcPts val="0"/>
              </a:spcAft>
              <a:buSzPts val="1238"/>
              <a:buNone/>
              <a:defRPr b="1" sz="1125"/>
            </a:lvl2pPr>
            <a:lvl3pPr indent="-228600" lvl="2" marL="1371600" algn="l">
              <a:spcBef>
                <a:spcPts val="203"/>
              </a:spcBef>
              <a:spcAft>
                <a:spcPts val="0"/>
              </a:spcAft>
              <a:buClr>
                <a:schemeClr val="dk1"/>
              </a:buClr>
              <a:buSzPts val="810"/>
              <a:buNone/>
              <a:defRPr b="1" sz="1013"/>
            </a:lvl3pPr>
            <a:lvl4pPr indent="-228600" lvl="3" marL="1828800" algn="l">
              <a:spcBef>
                <a:spcPts val="180"/>
              </a:spcBef>
              <a:spcAft>
                <a:spcPts val="0"/>
              </a:spcAft>
              <a:buClr>
                <a:schemeClr val="dk1"/>
              </a:buClr>
              <a:buSzPts val="900"/>
              <a:buFont typeface="Calibri"/>
              <a:buNone/>
              <a:defRPr b="1" sz="900"/>
            </a:lvl4pPr>
            <a:lvl5pPr indent="-228600" lvl="4" marL="2286000" algn="l">
              <a:spcBef>
                <a:spcPts val="180"/>
              </a:spcBef>
              <a:spcAft>
                <a:spcPts val="0"/>
              </a:spcAft>
              <a:buClr>
                <a:schemeClr val="dk1"/>
              </a:buClr>
              <a:buSzPts val="900"/>
              <a:buFont typeface="Calibri"/>
              <a:buNone/>
              <a:defRPr b="1" sz="900"/>
            </a:lvl5pPr>
            <a:lvl6pPr indent="-228600" lvl="5" marL="2743200" algn="l">
              <a:spcBef>
                <a:spcPts val="180"/>
              </a:spcBef>
              <a:spcAft>
                <a:spcPts val="0"/>
              </a:spcAft>
              <a:buClr>
                <a:schemeClr val="dk1"/>
              </a:buClr>
              <a:buSzPts val="900"/>
              <a:buFont typeface="Arial"/>
              <a:buNone/>
              <a:defRPr b="1" sz="900"/>
            </a:lvl6pPr>
            <a:lvl7pPr indent="-228600" lvl="6" marL="3200400" algn="l">
              <a:spcBef>
                <a:spcPts val="180"/>
              </a:spcBef>
              <a:spcAft>
                <a:spcPts val="0"/>
              </a:spcAft>
              <a:buClr>
                <a:schemeClr val="dk1"/>
              </a:buClr>
              <a:buSzPts val="900"/>
              <a:buFont typeface="Arial"/>
              <a:buNone/>
              <a:defRPr b="1" sz="900"/>
            </a:lvl7pPr>
            <a:lvl8pPr indent="-228600" lvl="7" marL="3657600" algn="l">
              <a:spcBef>
                <a:spcPts val="180"/>
              </a:spcBef>
              <a:spcAft>
                <a:spcPts val="0"/>
              </a:spcAft>
              <a:buClr>
                <a:schemeClr val="dk1"/>
              </a:buClr>
              <a:buSzPts val="900"/>
              <a:buFont typeface="Arial"/>
              <a:buNone/>
              <a:defRPr b="1" sz="900"/>
            </a:lvl8pPr>
            <a:lvl9pPr indent="-228600" lvl="8" marL="4114800" algn="l">
              <a:spcBef>
                <a:spcPts val="180"/>
              </a:spcBef>
              <a:spcAft>
                <a:spcPts val="0"/>
              </a:spcAft>
              <a:buClr>
                <a:schemeClr val="dk1"/>
              </a:buClr>
              <a:buSzPts val="900"/>
              <a:buFont typeface="Arial"/>
              <a:buNone/>
              <a:defRPr b="1" sz="900"/>
            </a:lvl9pPr>
          </a:lstStyle>
          <a:p/>
        </p:txBody>
      </p:sp>
      <p:sp>
        <p:nvSpPr>
          <p:cNvPr id="37" name="Google Shape;37;p16"/>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Autofit/>
          </a:bodyPr>
          <a:lstStyle>
            <a:lvl1pPr indent="-308610" lvl="0" marL="457200" algn="l">
              <a:spcBef>
                <a:spcPts val="420"/>
              </a:spcBef>
              <a:spcAft>
                <a:spcPts val="0"/>
              </a:spcAft>
              <a:buSzPts val="1260"/>
              <a:buChar char="⬛"/>
              <a:defRPr sz="2100"/>
            </a:lvl1pPr>
            <a:lvl2pPr indent="-333375" lvl="1" marL="914400" algn="l">
              <a:spcBef>
                <a:spcPts val="300"/>
              </a:spcBef>
              <a:spcAft>
                <a:spcPts val="0"/>
              </a:spcAft>
              <a:buSzPts val="1650"/>
              <a:buChar char="▪"/>
              <a:defRPr sz="1500"/>
            </a:lvl2pPr>
            <a:lvl3pPr indent="-297180" lvl="2" marL="1371600" algn="l">
              <a:spcBef>
                <a:spcPts val="270"/>
              </a:spcBef>
              <a:spcAft>
                <a:spcPts val="0"/>
              </a:spcAft>
              <a:buClr>
                <a:schemeClr val="dk1"/>
              </a:buClr>
              <a:buSzPts val="1080"/>
              <a:buChar char="▪"/>
              <a:defRPr sz="1350"/>
            </a:lvl3pPr>
            <a:lvl4pPr indent="-314325" lvl="3" marL="1828800" algn="l">
              <a:spcBef>
                <a:spcPts val="270"/>
              </a:spcBef>
              <a:spcAft>
                <a:spcPts val="0"/>
              </a:spcAft>
              <a:buClr>
                <a:schemeClr val="dk1"/>
              </a:buClr>
              <a:buSzPts val="1350"/>
              <a:buFont typeface="Calibri"/>
              <a:buChar char="–"/>
              <a:defRPr sz="1350"/>
            </a:lvl4pPr>
            <a:lvl5pPr indent="-314325" lvl="4" marL="2286000" algn="l">
              <a:spcBef>
                <a:spcPts val="270"/>
              </a:spcBef>
              <a:spcAft>
                <a:spcPts val="0"/>
              </a:spcAft>
              <a:buClr>
                <a:schemeClr val="dk1"/>
              </a:buClr>
              <a:buSzPts val="1350"/>
              <a:buFont typeface="Calibri"/>
              <a:buChar char="»"/>
              <a:defRPr sz="1350"/>
            </a:lvl5pPr>
            <a:lvl6pPr indent="-285750" lvl="5" marL="2743200" algn="l">
              <a:spcBef>
                <a:spcPts val="180"/>
              </a:spcBef>
              <a:spcAft>
                <a:spcPts val="0"/>
              </a:spcAft>
              <a:buClr>
                <a:schemeClr val="dk1"/>
              </a:buClr>
              <a:buSzPts val="900"/>
              <a:buFont typeface="Arial"/>
              <a:buChar char="»"/>
              <a:defRPr sz="900"/>
            </a:lvl6pPr>
            <a:lvl7pPr indent="-285750" lvl="6" marL="3200400" algn="l">
              <a:spcBef>
                <a:spcPts val="180"/>
              </a:spcBef>
              <a:spcAft>
                <a:spcPts val="0"/>
              </a:spcAft>
              <a:buClr>
                <a:schemeClr val="dk1"/>
              </a:buClr>
              <a:buSzPts val="900"/>
              <a:buFont typeface="Arial"/>
              <a:buChar char="»"/>
              <a:defRPr sz="900"/>
            </a:lvl7pPr>
            <a:lvl8pPr indent="-285750" lvl="7" marL="3657600" algn="l">
              <a:spcBef>
                <a:spcPts val="180"/>
              </a:spcBef>
              <a:spcAft>
                <a:spcPts val="0"/>
              </a:spcAft>
              <a:buClr>
                <a:schemeClr val="dk1"/>
              </a:buClr>
              <a:buSzPts val="900"/>
              <a:buFont typeface="Arial"/>
              <a:buChar char="»"/>
              <a:defRPr sz="900"/>
            </a:lvl8pPr>
            <a:lvl9pPr indent="-285750" lvl="8" marL="4114800" algn="l">
              <a:spcBef>
                <a:spcPts val="180"/>
              </a:spcBef>
              <a:spcAft>
                <a:spcPts val="0"/>
              </a:spcAft>
              <a:buClr>
                <a:schemeClr val="dk1"/>
              </a:buClr>
              <a:buSzPts val="900"/>
              <a:buFont typeface="Arial"/>
              <a:buChar char="»"/>
              <a:defRPr sz="900"/>
            </a:lvl9pPr>
          </a:lstStyle>
          <a:p/>
        </p:txBody>
      </p:sp>
      <p:sp>
        <p:nvSpPr>
          <p:cNvPr id="38" name="Google Shape;38;p16"/>
          <p:cNvSpPr txBox="1"/>
          <p:nvPr>
            <p:ph idx="3" type="body"/>
          </p:nvPr>
        </p:nvSpPr>
        <p:spPr>
          <a:xfrm>
            <a:off x="4645031" y="1151337"/>
            <a:ext cx="4041775" cy="479822"/>
          </a:xfrm>
          <a:prstGeom prst="rect">
            <a:avLst/>
          </a:prstGeom>
          <a:noFill/>
          <a:ln>
            <a:noFill/>
          </a:ln>
        </p:spPr>
        <p:txBody>
          <a:bodyPr anchorCtr="0" anchor="b" bIns="45700" lIns="91425" spcFirstLastPara="1" rIns="91425" wrap="square" tIns="45700">
            <a:noAutofit/>
          </a:bodyPr>
          <a:lstStyle>
            <a:lvl1pPr indent="-228600" lvl="0" marL="457200" algn="l">
              <a:spcBef>
                <a:spcPts val="420"/>
              </a:spcBef>
              <a:spcAft>
                <a:spcPts val="0"/>
              </a:spcAft>
              <a:buSzPts val="1260"/>
              <a:buNone/>
              <a:defRPr b="1" sz="2100"/>
            </a:lvl1pPr>
            <a:lvl2pPr indent="-228600" lvl="1" marL="914400" algn="l">
              <a:spcBef>
                <a:spcPts val="225"/>
              </a:spcBef>
              <a:spcAft>
                <a:spcPts val="0"/>
              </a:spcAft>
              <a:buSzPts val="1238"/>
              <a:buNone/>
              <a:defRPr b="1" sz="1125"/>
            </a:lvl2pPr>
            <a:lvl3pPr indent="-228600" lvl="2" marL="1371600" algn="l">
              <a:spcBef>
                <a:spcPts val="203"/>
              </a:spcBef>
              <a:spcAft>
                <a:spcPts val="0"/>
              </a:spcAft>
              <a:buClr>
                <a:schemeClr val="dk1"/>
              </a:buClr>
              <a:buSzPts val="810"/>
              <a:buNone/>
              <a:defRPr b="1" sz="1013"/>
            </a:lvl3pPr>
            <a:lvl4pPr indent="-228600" lvl="3" marL="1828800" algn="l">
              <a:spcBef>
                <a:spcPts val="180"/>
              </a:spcBef>
              <a:spcAft>
                <a:spcPts val="0"/>
              </a:spcAft>
              <a:buClr>
                <a:schemeClr val="dk1"/>
              </a:buClr>
              <a:buSzPts val="900"/>
              <a:buFont typeface="Calibri"/>
              <a:buNone/>
              <a:defRPr b="1" sz="900"/>
            </a:lvl4pPr>
            <a:lvl5pPr indent="-228600" lvl="4" marL="2286000" algn="l">
              <a:spcBef>
                <a:spcPts val="180"/>
              </a:spcBef>
              <a:spcAft>
                <a:spcPts val="0"/>
              </a:spcAft>
              <a:buClr>
                <a:schemeClr val="dk1"/>
              </a:buClr>
              <a:buSzPts val="900"/>
              <a:buFont typeface="Calibri"/>
              <a:buNone/>
              <a:defRPr b="1" sz="900"/>
            </a:lvl5pPr>
            <a:lvl6pPr indent="-228600" lvl="5" marL="2743200" algn="l">
              <a:spcBef>
                <a:spcPts val="180"/>
              </a:spcBef>
              <a:spcAft>
                <a:spcPts val="0"/>
              </a:spcAft>
              <a:buClr>
                <a:schemeClr val="dk1"/>
              </a:buClr>
              <a:buSzPts val="900"/>
              <a:buFont typeface="Arial"/>
              <a:buNone/>
              <a:defRPr b="1" sz="900"/>
            </a:lvl6pPr>
            <a:lvl7pPr indent="-228600" lvl="6" marL="3200400" algn="l">
              <a:spcBef>
                <a:spcPts val="180"/>
              </a:spcBef>
              <a:spcAft>
                <a:spcPts val="0"/>
              </a:spcAft>
              <a:buClr>
                <a:schemeClr val="dk1"/>
              </a:buClr>
              <a:buSzPts val="900"/>
              <a:buFont typeface="Arial"/>
              <a:buNone/>
              <a:defRPr b="1" sz="900"/>
            </a:lvl7pPr>
            <a:lvl8pPr indent="-228600" lvl="7" marL="3657600" algn="l">
              <a:spcBef>
                <a:spcPts val="180"/>
              </a:spcBef>
              <a:spcAft>
                <a:spcPts val="0"/>
              </a:spcAft>
              <a:buClr>
                <a:schemeClr val="dk1"/>
              </a:buClr>
              <a:buSzPts val="900"/>
              <a:buFont typeface="Arial"/>
              <a:buNone/>
              <a:defRPr b="1" sz="900"/>
            </a:lvl8pPr>
            <a:lvl9pPr indent="-228600" lvl="8" marL="4114800" algn="l">
              <a:spcBef>
                <a:spcPts val="180"/>
              </a:spcBef>
              <a:spcAft>
                <a:spcPts val="0"/>
              </a:spcAft>
              <a:buClr>
                <a:schemeClr val="dk1"/>
              </a:buClr>
              <a:buSzPts val="900"/>
              <a:buFont typeface="Arial"/>
              <a:buNone/>
              <a:defRPr b="1" sz="900"/>
            </a:lvl9pPr>
          </a:lstStyle>
          <a:p/>
        </p:txBody>
      </p:sp>
      <p:sp>
        <p:nvSpPr>
          <p:cNvPr id="39" name="Google Shape;39;p16"/>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Autofit/>
          </a:bodyPr>
          <a:lstStyle>
            <a:lvl1pPr indent="-308610" lvl="0" marL="457200" algn="l">
              <a:spcBef>
                <a:spcPts val="420"/>
              </a:spcBef>
              <a:spcAft>
                <a:spcPts val="0"/>
              </a:spcAft>
              <a:buSzPts val="1260"/>
              <a:buChar char="⬛"/>
              <a:defRPr sz="2100"/>
            </a:lvl1pPr>
            <a:lvl2pPr indent="-333375" lvl="1" marL="914400" algn="l">
              <a:spcBef>
                <a:spcPts val="300"/>
              </a:spcBef>
              <a:spcAft>
                <a:spcPts val="0"/>
              </a:spcAft>
              <a:buSzPts val="1650"/>
              <a:buChar char="▪"/>
              <a:defRPr sz="1500"/>
            </a:lvl2pPr>
            <a:lvl3pPr indent="-297180" lvl="2" marL="1371600" algn="l">
              <a:spcBef>
                <a:spcPts val="270"/>
              </a:spcBef>
              <a:spcAft>
                <a:spcPts val="0"/>
              </a:spcAft>
              <a:buClr>
                <a:schemeClr val="dk1"/>
              </a:buClr>
              <a:buSzPts val="1080"/>
              <a:buChar char="▪"/>
              <a:defRPr sz="1350"/>
            </a:lvl3pPr>
            <a:lvl4pPr indent="-314325" lvl="3" marL="1828800" algn="l">
              <a:spcBef>
                <a:spcPts val="270"/>
              </a:spcBef>
              <a:spcAft>
                <a:spcPts val="0"/>
              </a:spcAft>
              <a:buClr>
                <a:schemeClr val="dk1"/>
              </a:buClr>
              <a:buSzPts val="1350"/>
              <a:buFont typeface="Calibri"/>
              <a:buChar char="–"/>
              <a:defRPr sz="1350"/>
            </a:lvl4pPr>
            <a:lvl5pPr indent="-314325" lvl="4" marL="2286000" algn="l">
              <a:spcBef>
                <a:spcPts val="270"/>
              </a:spcBef>
              <a:spcAft>
                <a:spcPts val="0"/>
              </a:spcAft>
              <a:buClr>
                <a:schemeClr val="dk1"/>
              </a:buClr>
              <a:buSzPts val="1350"/>
              <a:buFont typeface="Calibri"/>
              <a:buChar char="»"/>
              <a:defRPr sz="1350"/>
            </a:lvl5pPr>
            <a:lvl6pPr indent="-285750" lvl="5" marL="2743200" algn="l">
              <a:spcBef>
                <a:spcPts val="180"/>
              </a:spcBef>
              <a:spcAft>
                <a:spcPts val="0"/>
              </a:spcAft>
              <a:buClr>
                <a:schemeClr val="dk1"/>
              </a:buClr>
              <a:buSzPts val="900"/>
              <a:buFont typeface="Arial"/>
              <a:buChar char="»"/>
              <a:defRPr sz="900"/>
            </a:lvl6pPr>
            <a:lvl7pPr indent="-285750" lvl="6" marL="3200400" algn="l">
              <a:spcBef>
                <a:spcPts val="180"/>
              </a:spcBef>
              <a:spcAft>
                <a:spcPts val="0"/>
              </a:spcAft>
              <a:buClr>
                <a:schemeClr val="dk1"/>
              </a:buClr>
              <a:buSzPts val="900"/>
              <a:buFont typeface="Arial"/>
              <a:buChar char="»"/>
              <a:defRPr sz="900"/>
            </a:lvl7pPr>
            <a:lvl8pPr indent="-285750" lvl="7" marL="3657600" algn="l">
              <a:spcBef>
                <a:spcPts val="180"/>
              </a:spcBef>
              <a:spcAft>
                <a:spcPts val="0"/>
              </a:spcAft>
              <a:buClr>
                <a:schemeClr val="dk1"/>
              </a:buClr>
              <a:buSzPts val="900"/>
              <a:buFont typeface="Arial"/>
              <a:buChar char="»"/>
              <a:defRPr sz="900"/>
            </a:lvl8pPr>
            <a:lvl9pPr indent="-285750" lvl="8" marL="4114800" algn="l">
              <a:spcBef>
                <a:spcPts val="180"/>
              </a:spcBef>
              <a:spcAft>
                <a:spcPts val="0"/>
              </a:spcAft>
              <a:buClr>
                <a:schemeClr val="dk1"/>
              </a:buClr>
              <a:buSzPts val="900"/>
              <a:buFont typeface="Arial"/>
              <a:buChar char="»"/>
              <a:defRPr sz="9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17"/>
          <p:cNvSpPr txBox="1"/>
          <p:nvPr>
            <p:ph type="title"/>
          </p:nvPr>
        </p:nvSpPr>
        <p:spPr>
          <a:xfrm>
            <a:off x="357767" y="333803"/>
            <a:ext cx="7591425" cy="5715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2" name="Shape 42"/>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3" name="Shape 43"/>
        <p:cNvGrpSpPr/>
        <p:nvPr/>
      </p:nvGrpSpPr>
      <p:grpSpPr>
        <a:xfrm>
          <a:off x="0" y="0"/>
          <a:ext cx="0" cy="0"/>
          <a:chOff x="0" y="0"/>
          <a:chExt cx="0" cy="0"/>
        </a:xfrm>
      </p:grpSpPr>
      <p:sp>
        <p:nvSpPr>
          <p:cNvPr id="44" name="Google Shape;44;p19"/>
          <p:cNvSpPr txBox="1"/>
          <p:nvPr>
            <p:ph type="title"/>
          </p:nvPr>
        </p:nvSpPr>
        <p:spPr>
          <a:xfrm>
            <a:off x="457206" y="204789"/>
            <a:ext cx="3008313" cy="8715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1125"/>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9"/>
          <p:cNvSpPr txBox="1"/>
          <p:nvPr>
            <p:ph idx="1" type="body"/>
          </p:nvPr>
        </p:nvSpPr>
        <p:spPr>
          <a:xfrm>
            <a:off x="3575050" y="204792"/>
            <a:ext cx="5111750" cy="4389835"/>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sz="1800"/>
            </a:lvl1pPr>
            <a:lvl2pPr indent="-338613" lvl="1" marL="914400" algn="l">
              <a:spcBef>
                <a:spcPts val="315"/>
              </a:spcBef>
              <a:spcAft>
                <a:spcPts val="0"/>
              </a:spcAft>
              <a:buSzPts val="1733"/>
              <a:buChar char="▪"/>
              <a:defRPr sz="1575"/>
            </a:lvl2pPr>
            <a:lvl3pPr indent="-297180" lvl="2" marL="1371600" algn="l">
              <a:spcBef>
                <a:spcPts val="270"/>
              </a:spcBef>
              <a:spcAft>
                <a:spcPts val="0"/>
              </a:spcAft>
              <a:buClr>
                <a:schemeClr val="dk1"/>
              </a:buClr>
              <a:buSzPts val="1080"/>
              <a:buChar char="▪"/>
              <a:defRPr sz="1350"/>
            </a:lvl3pPr>
            <a:lvl4pPr indent="-300037" lvl="3" marL="1828800" algn="l">
              <a:spcBef>
                <a:spcPts val="225"/>
              </a:spcBef>
              <a:spcAft>
                <a:spcPts val="0"/>
              </a:spcAft>
              <a:buClr>
                <a:schemeClr val="dk1"/>
              </a:buClr>
              <a:buSzPts val="1125"/>
              <a:buFont typeface="Calibri"/>
              <a:buChar char="–"/>
              <a:defRPr sz="1125"/>
            </a:lvl4pPr>
            <a:lvl5pPr indent="-300037" lvl="4" marL="2286000" algn="l">
              <a:spcBef>
                <a:spcPts val="225"/>
              </a:spcBef>
              <a:spcAft>
                <a:spcPts val="0"/>
              </a:spcAft>
              <a:buClr>
                <a:schemeClr val="dk1"/>
              </a:buClr>
              <a:buSzPts val="1125"/>
              <a:buFont typeface="Calibri"/>
              <a:buChar char="»"/>
              <a:defRPr sz="1125"/>
            </a:lvl5pPr>
            <a:lvl6pPr indent="-300037" lvl="5" marL="2743200" algn="l">
              <a:spcBef>
                <a:spcPts val="225"/>
              </a:spcBef>
              <a:spcAft>
                <a:spcPts val="0"/>
              </a:spcAft>
              <a:buClr>
                <a:schemeClr val="dk1"/>
              </a:buClr>
              <a:buSzPts val="1125"/>
              <a:buFont typeface="Arial"/>
              <a:buChar char="»"/>
              <a:defRPr sz="1125"/>
            </a:lvl6pPr>
            <a:lvl7pPr indent="-300037" lvl="6" marL="3200400" algn="l">
              <a:spcBef>
                <a:spcPts val="225"/>
              </a:spcBef>
              <a:spcAft>
                <a:spcPts val="0"/>
              </a:spcAft>
              <a:buClr>
                <a:schemeClr val="dk1"/>
              </a:buClr>
              <a:buSzPts val="1125"/>
              <a:buFont typeface="Arial"/>
              <a:buChar char="»"/>
              <a:defRPr sz="1125"/>
            </a:lvl7pPr>
            <a:lvl8pPr indent="-300037" lvl="7" marL="3657600" algn="l">
              <a:spcBef>
                <a:spcPts val="225"/>
              </a:spcBef>
              <a:spcAft>
                <a:spcPts val="0"/>
              </a:spcAft>
              <a:buClr>
                <a:schemeClr val="dk1"/>
              </a:buClr>
              <a:buSzPts val="1125"/>
              <a:buFont typeface="Arial"/>
              <a:buChar char="»"/>
              <a:defRPr sz="1125"/>
            </a:lvl8pPr>
            <a:lvl9pPr indent="-300037" lvl="8" marL="4114800" algn="l">
              <a:spcBef>
                <a:spcPts val="225"/>
              </a:spcBef>
              <a:spcAft>
                <a:spcPts val="0"/>
              </a:spcAft>
              <a:buClr>
                <a:schemeClr val="dk1"/>
              </a:buClr>
              <a:buSzPts val="1125"/>
              <a:buFont typeface="Arial"/>
              <a:buChar char="»"/>
              <a:defRPr sz="1125"/>
            </a:lvl9pPr>
          </a:lstStyle>
          <a:p/>
        </p:txBody>
      </p:sp>
      <p:sp>
        <p:nvSpPr>
          <p:cNvPr id="46" name="Google Shape;46;p19"/>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Autofit/>
          </a:bodyPr>
          <a:lstStyle>
            <a:lvl1pPr indent="-228600" lvl="0" marL="457200" algn="l">
              <a:spcBef>
                <a:spcPts val="158"/>
              </a:spcBef>
              <a:spcAft>
                <a:spcPts val="0"/>
              </a:spcAft>
              <a:buSzPts val="473"/>
              <a:buNone/>
              <a:defRPr sz="788"/>
            </a:lvl1pPr>
            <a:lvl2pPr indent="-228600" lvl="1" marL="914400" algn="l">
              <a:spcBef>
                <a:spcPts val="135"/>
              </a:spcBef>
              <a:spcAft>
                <a:spcPts val="0"/>
              </a:spcAft>
              <a:buSzPts val="743"/>
              <a:buNone/>
              <a:defRPr sz="675"/>
            </a:lvl2pPr>
            <a:lvl3pPr indent="-228600" lvl="2" marL="1371600" algn="l">
              <a:spcBef>
                <a:spcPts val="113"/>
              </a:spcBef>
              <a:spcAft>
                <a:spcPts val="0"/>
              </a:spcAft>
              <a:buClr>
                <a:schemeClr val="dk1"/>
              </a:buClr>
              <a:buSzPts val="450"/>
              <a:buNone/>
              <a:defRPr sz="563"/>
            </a:lvl3pPr>
            <a:lvl4pPr indent="-228600" lvl="3" marL="1828800" algn="l">
              <a:spcBef>
                <a:spcPts val="101"/>
              </a:spcBef>
              <a:spcAft>
                <a:spcPts val="0"/>
              </a:spcAft>
              <a:buClr>
                <a:schemeClr val="dk1"/>
              </a:buClr>
              <a:buSzPts val="506"/>
              <a:buFont typeface="Calibri"/>
              <a:buNone/>
              <a:defRPr sz="506"/>
            </a:lvl4pPr>
            <a:lvl5pPr indent="-228600" lvl="4" marL="2286000" algn="l">
              <a:spcBef>
                <a:spcPts val="101"/>
              </a:spcBef>
              <a:spcAft>
                <a:spcPts val="0"/>
              </a:spcAft>
              <a:buClr>
                <a:schemeClr val="dk1"/>
              </a:buClr>
              <a:buSzPts val="506"/>
              <a:buFont typeface="Calibri"/>
              <a:buNone/>
              <a:defRPr sz="506"/>
            </a:lvl5pPr>
            <a:lvl6pPr indent="-228600" lvl="5" marL="2743200" algn="l">
              <a:spcBef>
                <a:spcPts val="101"/>
              </a:spcBef>
              <a:spcAft>
                <a:spcPts val="0"/>
              </a:spcAft>
              <a:buClr>
                <a:schemeClr val="dk1"/>
              </a:buClr>
              <a:buSzPts val="506"/>
              <a:buFont typeface="Arial"/>
              <a:buNone/>
              <a:defRPr sz="506"/>
            </a:lvl6pPr>
            <a:lvl7pPr indent="-228600" lvl="6" marL="3200400" algn="l">
              <a:spcBef>
                <a:spcPts val="101"/>
              </a:spcBef>
              <a:spcAft>
                <a:spcPts val="0"/>
              </a:spcAft>
              <a:buClr>
                <a:schemeClr val="dk1"/>
              </a:buClr>
              <a:buSzPts val="506"/>
              <a:buFont typeface="Arial"/>
              <a:buNone/>
              <a:defRPr sz="506"/>
            </a:lvl7pPr>
            <a:lvl8pPr indent="-228600" lvl="7" marL="3657600" algn="l">
              <a:spcBef>
                <a:spcPts val="101"/>
              </a:spcBef>
              <a:spcAft>
                <a:spcPts val="0"/>
              </a:spcAft>
              <a:buClr>
                <a:schemeClr val="dk1"/>
              </a:buClr>
              <a:buSzPts val="506"/>
              <a:buFont typeface="Arial"/>
              <a:buNone/>
              <a:defRPr sz="506"/>
            </a:lvl8pPr>
            <a:lvl9pPr indent="-228600" lvl="8" marL="4114800" algn="l">
              <a:spcBef>
                <a:spcPts val="101"/>
              </a:spcBef>
              <a:spcAft>
                <a:spcPts val="0"/>
              </a:spcAft>
              <a:buClr>
                <a:schemeClr val="dk1"/>
              </a:buClr>
              <a:buSzPts val="506"/>
              <a:buFont typeface="Arial"/>
              <a:buNone/>
              <a:defRPr sz="506"/>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7" name="Shape 47"/>
        <p:cNvGrpSpPr/>
        <p:nvPr/>
      </p:nvGrpSpPr>
      <p:grpSpPr>
        <a:xfrm>
          <a:off x="0" y="0"/>
          <a:ext cx="0" cy="0"/>
          <a:chOff x="0" y="0"/>
          <a:chExt cx="0" cy="0"/>
        </a:xfrm>
      </p:grpSpPr>
      <p:sp>
        <p:nvSpPr>
          <p:cNvPr id="48" name="Google Shape;48;p20"/>
          <p:cNvSpPr txBox="1"/>
          <p:nvPr>
            <p:ph type="title"/>
          </p:nvPr>
        </p:nvSpPr>
        <p:spPr>
          <a:xfrm>
            <a:off x="1792288" y="3600451"/>
            <a:ext cx="5486400" cy="425054"/>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1125"/>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0"/>
          <p:cNvSpPr/>
          <p:nvPr>
            <p:ph idx="2" type="pic"/>
          </p:nvPr>
        </p:nvSpPr>
        <p:spPr>
          <a:xfrm>
            <a:off x="1792288" y="459581"/>
            <a:ext cx="5486400" cy="3086100"/>
          </a:xfrm>
          <a:prstGeom prst="rect">
            <a:avLst/>
          </a:prstGeom>
          <a:noFill/>
          <a:ln>
            <a:noFill/>
          </a:ln>
        </p:spPr>
      </p:sp>
      <p:sp>
        <p:nvSpPr>
          <p:cNvPr id="50" name="Google Shape;50;p20"/>
          <p:cNvSpPr txBox="1"/>
          <p:nvPr>
            <p:ph idx="1" type="body"/>
          </p:nvPr>
        </p:nvSpPr>
        <p:spPr>
          <a:xfrm>
            <a:off x="1792288" y="4025506"/>
            <a:ext cx="5486400" cy="603647"/>
          </a:xfrm>
          <a:prstGeom prst="rect">
            <a:avLst/>
          </a:prstGeom>
          <a:noFill/>
          <a:ln>
            <a:noFill/>
          </a:ln>
        </p:spPr>
        <p:txBody>
          <a:bodyPr anchorCtr="0" anchor="t" bIns="45700" lIns="91425" spcFirstLastPara="1" rIns="91425" wrap="square" tIns="45700">
            <a:noAutofit/>
          </a:bodyPr>
          <a:lstStyle>
            <a:lvl1pPr indent="-228600" lvl="0" marL="457200" algn="l">
              <a:spcBef>
                <a:spcPts val="158"/>
              </a:spcBef>
              <a:spcAft>
                <a:spcPts val="0"/>
              </a:spcAft>
              <a:buSzPts val="473"/>
              <a:buNone/>
              <a:defRPr sz="788"/>
            </a:lvl1pPr>
            <a:lvl2pPr indent="-228600" lvl="1" marL="914400" algn="l">
              <a:spcBef>
                <a:spcPts val="135"/>
              </a:spcBef>
              <a:spcAft>
                <a:spcPts val="0"/>
              </a:spcAft>
              <a:buSzPts val="743"/>
              <a:buNone/>
              <a:defRPr sz="675"/>
            </a:lvl2pPr>
            <a:lvl3pPr indent="-228600" lvl="2" marL="1371600" algn="l">
              <a:spcBef>
                <a:spcPts val="113"/>
              </a:spcBef>
              <a:spcAft>
                <a:spcPts val="0"/>
              </a:spcAft>
              <a:buClr>
                <a:schemeClr val="dk1"/>
              </a:buClr>
              <a:buSzPts val="450"/>
              <a:buNone/>
              <a:defRPr sz="563"/>
            </a:lvl3pPr>
            <a:lvl4pPr indent="-228600" lvl="3" marL="1828800" algn="l">
              <a:spcBef>
                <a:spcPts val="101"/>
              </a:spcBef>
              <a:spcAft>
                <a:spcPts val="0"/>
              </a:spcAft>
              <a:buClr>
                <a:schemeClr val="dk1"/>
              </a:buClr>
              <a:buSzPts val="506"/>
              <a:buFont typeface="Calibri"/>
              <a:buNone/>
              <a:defRPr sz="506"/>
            </a:lvl4pPr>
            <a:lvl5pPr indent="-228600" lvl="4" marL="2286000" algn="l">
              <a:spcBef>
                <a:spcPts val="101"/>
              </a:spcBef>
              <a:spcAft>
                <a:spcPts val="0"/>
              </a:spcAft>
              <a:buClr>
                <a:schemeClr val="dk1"/>
              </a:buClr>
              <a:buSzPts val="506"/>
              <a:buFont typeface="Calibri"/>
              <a:buNone/>
              <a:defRPr sz="506"/>
            </a:lvl5pPr>
            <a:lvl6pPr indent="-228600" lvl="5" marL="2743200" algn="l">
              <a:spcBef>
                <a:spcPts val="101"/>
              </a:spcBef>
              <a:spcAft>
                <a:spcPts val="0"/>
              </a:spcAft>
              <a:buClr>
                <a:schemeClr val="dk1"/>
              </a:buClr>
              <a:buSzPts val="506"/>
              <a:buFont typeface="Arial"/>
              <a:buNone/>
              <a:defRPr sz="506"/>
            </a:lvl6pPr>
            <a:lvl7pPr indent="-228600" lvl="6" marL="3200400" algn="l">
              <a:spcBef>
                <a:spcPts val="101"/>
              </a:spcBef>
              <a:spcAft>
                <a:spcPts val="0"/>
              </a:spcAft>
              <a:buClr>
                <a:schemeClr val="dk1"/>
              </a:buClr>
              <a:buSzPts val="506"/>
              <a:buFont typeface="Arial"/>
              <a:buNone/>
              <a:defRPr sz="506"/>
            </a:lvl7pPr>
            <a:lvl8pPr indent="-228600" lvl="7" marL="3657600" algn="l">
              <a:spcBef>
                <a:spcPts val="101"/>
              </a:spcBef>
              <a:spcAft>
                <a:spcPts val="0"/>
              </a:spcAft>
              <a:buClr>
                <a:schemeClr val="dk1"/>
              </a:buClr>
              <a:buSzPts val="506"/>
              <a:buFont typeface="Arial"/>
              <a:buNone/>
              <a:defRPr sz="506"/>
            </a:lvl8pPr>
            <a:lvl9pPr indent="-228600" lvl="8" marL="4114800" algn="l">
              <a:spcBef>
                <a:spcPts val="101"/>
              </a:spcBef>
              <a:spcAft>
                <a:spcPts val="0"/>
              </a:spcAft>
              <a:buClr>
                <a:schemeClr val="dk1"/>
              </a:buClr>
              <a:buSzPts val="506"/>
              <a:buFont typeface="Arial"/>
              <a:buNone/>
              <a:defRPr sz="506"/>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1" name="Shape 51"/>
        <p:cNvGrpSpPr/>
        <p:nvPr/>
      </p:nvGrpSpPr>
      <p:grpSpPr>
        <a:xfrm>
          <a:off x="0" y="0"/>
          <a:ext cx="0" cy="0"/>
          <a:chOff x="0" y="0"/>
          <a:chExt cx="0" cy="0"/>
        </a:xfrm>
      </p:grpSpPr>
      <p:sp>
        <p:nvSpPr>
          <p:cNvPr id="52" name="Google Shape;52;p21"/>
          <p:cNvSpPr txBox="1"/>
          <p:nvPr>
            <p:ph type="title"/>
          </p:nvPr>
        </p:nvSpPr>
        <p:spPr>
          <a:xfrm>
            <a:off x="374652" y="277813"/>
            <a:ext cx="7591425" cy="5715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 type="body"/>
          </p:nvPr>
        </p:nvSpPr>
        <p:spPr>
          <a:xfrm rot="5400000">
            <a:off x="2480471" y="-1061244"/>
            <a:ext cx="3729038" cy="7896225"/>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354330" lvl="1" marL="914400" algn="l">
              <a:spcBef>
                <a:spcPts val="360"/>
              </a:spcBef>
              <a:spcAft>
                <a:spcPts val="0"/>
              </a:spcAft>
              <a:buSzPts val="1980"/>
              <a:buChar char="▪"/>
              <a:defRPr/>
            </a:lvl2pPr>
            <a:lvl3pPr indent="-320039" lvl="2" marL="1371600" algn="l">
              <a:spcBef>
                <a:spcPts val="360"/>
              </a:spcBef>
              <a:spcAft>
                <a:spcPts val="0"/>
              </a:spcAft>
              <a:buClr>
                <a:schemeClr val="dk1"/>
              </a:buClr>
              <a:buSzPts val="144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4" name="Shape 54"/>
        <p:cNvGrpSpPr/>
        <p:nvPr/>
      </p:nvGrpSpPr>
      <p:grpSpPr>
        <a:xfrm>
          <a:off x="0" y="0"/>
          <a:ext cx="0" cy="0"/>
          <a:chOff x="0" y="0"/>
          <a:chExt cx="0" cy="0"/>
        </a:xfrm>
      </p:grpSpPr>
      <p:sp>
        <p:nvSpPr>
          <p:cNvPr id="55" name="Google Shape;55;p22"/>
          <p:cNvSpPr txBox="1"/>
          <p:nvPr>
            <p:ph type="title"/>
          </p:nvPr>
        </p:nvSpPr>
        <p:spPr>
          <a:xfrm rot="5400000">
            <a:off x="5761441" y="1368032"/>
            <a:ext cx="4579144" cy="218598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2"/>
          <p:cNvSpPr txBox="1"/>
          <p:nvPr>
            <p:ph idx="1" type="body"/>
          </p:nvPr>
        </p:nvSpPr>
        <p:spPr>
          <a:xfrm rot="5400000">
            <a:off x="1311672" y="-743344"/>
            <a:ext cx="4579144" cy="6408738"/>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354330" lvl="1" marL="914400" algn="l">
              <a:spcBef>
                <a:spcPts val="360"/>
              </a:spcBef>
              <a:spcAft>
                <a:spcPts val="0"/>
              </a:spcAft>
              <a:buSzPts val="1980"/>
              <a:buChar char="▪"/>
              <a:defRPr/>
            </a:lvl2pPr>
            <a:lvl3pPr indent="-320039" lvl="2" marL="1371600" algn="l">
              <a:spcBef>
                <a:spcPts val="360"/>
              </a:spcBef>
              <a:spcAft>
                <a:spcPts val="0"/>
              </a:spcAft>
              <a:buClr>
                <a:schemeClr val="dk1"/>
              </a:buClr>
              <a:buSzPts val="144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7" name="Shape 57"/>
        <p:cNvGrpSpPr/>
        <p:nvPr/>
      </p:nvGrpSpPr>
      <p:grpSpPr>
        <a:xfrm>
          <a:off x="0" y="0"/>
          <a:ext cx="0" cy="0"/>
          <a:chOff x="0" y="0"/>
          <a:chExt cx="0" cy="0"/>
        </a:xfrm>
      </p:grpSpPr>
      <p:sp>
        <p:nvSpPr>
          <p:cNvPr id="58" name="Google Shape;58;p23"/>
          <p:cNvSpPr txBox="1"/>
          <p:nvPr>
            <p:ph type="title"/>
          </p:nvPr>
        </p:nvSpPr>
        <p:spPr>
          <a:xfrm>
            <a:off x="396878" y="171450"/>
            <a:ext cx="8747125" cy="5715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 type="body"/>
          </p:nvPr>
        </p:nvSpPr>
        <p:spPr>
          <a:xfrm>
            <a:off x="638181" y="1021558"/>
            <a:ext cx="3871913" cy="3729038"/>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354330" lvl="1" marL="914400" algn="l">
              <a:spcBef>
                <a:spcPts val="360"/>
              </a:spcBef>
              <a:spcAft>
                <a:spcPts val="0"/>
              </a:spcAft>
              <a:buSzPts val="1980"/>
              <a:buChar char="▪"/>
              <a:defRPr/>
            </a:lvl2pPr>
            <a:lvl3pPr indent="-320039" lvl="2" marL="1371600" algn="l">
              <a:spcBef>
                <a:spcPts val="360"/>
              </a:spcBef>
              <a:spcAft>
                <a:spcPts val="0"/>
              </a:spcAft>
              <a:buClr>
                <a:schemeClr val="dk1"/>
              </a:buClr>
              <a:buSzPts val="144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0" name="Google Shape;60;p23"/>
          <p:cNvSpPr txBox="1"/>
          <p:nvPr>
            <p:ph idx="2" type="body"/>
          </p:nvPr>
        </p:nvSpPr>
        <p:spPr>
          <a:xfrm>
            <a:off x="4662489" y="1021561"/>
            <a:ext cx="3871912" cy="1807369"/>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354330" lvl="1" marL="914400" algn="l">
              <a:spcBef>
                <a:spcPts val="360"/>
              </a:spcBef>
              <a:spcAft>
                <a:spcPts val="0"/>
              </a:spcAft>
              <a:buSzPts val="1980"/>
              <a:buChar char="▪"/>
              <a:defRPr/>
            </a:lvl2pPr>
            <a:lvl3pPr indent="-320039" lvl="2" marL="1371600" algn="l">
              <a:spcBef>
                <a:spcPts val="360"/>
              </a:spcBef>
              <a:spcAft>
                <a:spcPts val="0"/>
              </a:spcAft>
              <a:buClr>
                <a:schemeClr val="dk1"/>
              </a:buClr>
              <a:buSzPts val="144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1" name="Google Shape;61;p23"/>
          <p:cNvSpPr txBox="1"/>
          <p:nvPr>
            <p:ph idx="3" type="body"/>
          </p:nvPr>
        </p:nvSpPr>
        <p:spPr>
          <a:xfrm>
            <a:off x="4662489" y="2943230"/>
            <a:ext cx="3871912" cy="1807369"/>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354330" lvl="1" marL="914400" algn="l">
              <a:spcBef>
                <a:spcPts val="360"/>
              </a:spcBef>
              <a:spcAft>
                <a:spcPts val="0"/>
              </a:spcAft>
              <a:buSzPts val="1980"/>
              <a:buChar char="▪"/>
              <a:defRPr/>
            </a:lvl2pPr>
            <a:lvl3pPr indent="-320039" lvl="2" marL="1371600" algn="l">
              <a:spcBef>
                <a:spcPts val="360"/>
              </a:spcBef>
              <a:spcAft>
                <a:spcPts val="0"/>
              </a:spcAft>
              <a:buClr>
                <a:schemeClr val="dk1"/>
              </a:buClr>
              <a:buSzPts val="144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62" name="Shape 62"/>
        <p:cNvGrpSpPr/>
        <p:nvPr/>
      </p:nvGrpSpPr>
      <p:grpSpPr>
        <a:xfrm>
          <a:off x="0" y="0"/>
          <a:ext cx="0" cy="0"/>
          <a:chOff x="0" y="0"/>
          <a:chExt cx="0" cy="0"/>
        </a:xfrm>
      </p:grpSpPr>
      <p:sp>
        <p:nvSpPr>
          <p:cNvPr id="63" name="Google Shape;63;p24"/>
          <p:cNvSpPr txBox="1"/>
          <p:nvPr>
            <p:ph type="title"/>
          </p:nvPr>
        </p:nvSpPr>
        <p:spPr>
          <a:xfrm>
            <a:off x="396878" y="171450"/>
            <a:ext cx="8747125" cy="5715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4"/>
          <p:cNvSpPr txBox="1"/>
          <p:nvPr>
            <p:ph idx="1" type="body"/>
          </p:nvPr>
        </p:nvSpPr>
        <p:spPr>
          <a:xfrm>
            <a:off x="638181" y="1021558"/>
            <a:ext cx="3871913" cy="3729038"/>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354330" lvl="1" marL="914400" algn="l">
              <a:spcBef>
                <a:spcPts val="360"/>
              </a:spcBef>
              <a:spcAft>
                <a:spcPts val="0"/>
              </a:spcAft>
              <a:buSzPts val="1980"/>
              <a:buChar char="▪"/>
              <a:defRPr/>
            </a:lvl2pPr>
            <a:lvl3pPr indent="-320039" lvl="2" marL="1371600" algn="l">
              <a:spcBef>
                <a:spcPts val="360"/>
              </a:spcBef>
              <a:spcAft>
                <a:spcPts val="0"/>
              </a:spcAft>
              <a:buClr>
                <a:schemeClr val="dk1"/>
              </a:buClr>
              <a:buSzPts val="144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5" name="Google Shape;65;p24"/>
          <p:cNvSpPr txBox="1"/>
          <p:nvPr>
            <p:ph idx="2" type="body"/>
          </p:nvPr>
        </p:nvSpPr>
        <p:spPr>
          <a:xfrm>
            <a:off x="4662489" y="1021558"/>
            <a:ext cx="3871912" cy="3729038"/>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354330" lvl="1" marL="914400" algn="l">
              <a:spcBef>
                <a:spcPts val="360"/>
              </a:spcBef>
              <a:spcAft>
                <a:spcPts val="0"/>
              </a:spcAft>
              <a:buSzPts val="1980"/>
              <a:buChar char="▪"/>
              <a:defRPr/>
            </a:lvl2pPr>
            <a:lvl3pPr indent="-320039" lvl="2" marL="1371600" algn="l">
              <a:spcBef>
                <a:spcPts val="360"/>
              </a:spcBef>
              <a:spcAft>
                <a:spcPts val="0"/>
              </a:spcAft>
              <a:buClr>
                <a:schemeClr val="dk1"/>
              </a:buClr>
              <a:buSzPts val="144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hart" type="txAndChart">
  <p:cSld name="TEXT_AND_CHART">
    <p:spTree>
      <p:nvGrpSpPr>
        <p:cNvPr id="66" name="Shape 66"/>
        <p:cNvGrpSpPr/>
        <p:nvPr/>
      </p:nvGrpSpPr>
      <p:grpSpPr>
        <a:xfrm>
          <a:off x="0" y="0"/>
          <a:ext cx="0" cy="0"/>
          <a:chOff x="0" y="0"/>
          <a:chExt cx="0" cy="0"/>
        </a:xfrm>
      </p:grpSpPr>
      <p:sp>
        <p:nvSpPr>
          <p:cNvPr id="67" name="Google Shape;67;p25"/>
          <p:cNvSpPr txBox="1"/>
          <p:nvPr>
            <p:ph type="title"/>
          </p:nvPr>
        </p:nvSpPr>
        <p:spPr>
          <a:xfrm>
            <a:off x="685800" y="457200"/>
            <a:ext cx="7772400" cy="857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5"/>
          <p:cNvSpPr txBox="1"/>
          <p:nvPr>
            <p:ph idx="1" type="body"/>
          </p:nvPr>
        </p:nvSpPr>
        <p:spPr>
          <a:xfrm>
            <a:off x="685800" y="1485900"/>
            <a:ext cx="3810000" cy="3086100"/>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354330" lvl="1" marL="914400" algn="l">
              <a:spcBef>
                <a:spcPts val="360"/>
              </a:spcBef>
              <a:spcAft>
                <a:spcPts val="0"/>
              </a:spcAft>
              <a:buSzPts val="1980"/>
              <a:buChar char="▪"/>
              <a:defRPr/>
            </a:lvl2pPr>
            <a:lvl3pPr indent="-320039" lvl="2" marL="1371600" algn="l">
              <a:spcBef>
                <a:spcPts val="360"/>
              </a:spcBef>
              <a:spcAft>
                <a:spcPts val="0"/>
              </a:spcAft>
              <a:buClr>
                <a:schemeClr val="dk1"/>
              </a:buClr>
              <a:buSzPts val="144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 name="Google Shape;69;p25"/>
          <p:cNvSpPr/>
          <p:nvPr>
            <p:ph idx="2" type="chart"/>
          </p:nvPr>
        </p:nvSpPr>
        <p:spPr>
          <a:xfrm>
            <a:off x="4648200" y="1485900"/>
            <a:ext cx="3810000" cy="3086100"/>
          </a:xfrm>
          <a:prstGeom prst="rect">
            <a:avLst/>
          </a:prstGeom>
          <a:noFill/>
          <a:ln>
            <a:noFill/>
          </a:ln>
        </p:spPr>
        <p:txBody>
          <a:bodyPr anchorCtr="0" anchor="t" bIns="45700" lIns="91425" spcFirstLastPara="1" rIns="91425" wrap="square" tIns="45700">
            <a:noAutofit/>
          </a:bodyPr>
          <a:lstStyle>
            <a:lvl1pPr lvl="0" marR="0" rtl="0" algn="l">
              <a:spcBef>
                <a:spcPts val="420"/>
              </a:spcBef>
              <a:spcAft>
                <a:spcPts val="0"/>
              </a:spcAft>
              <a:buClr>
                <a:srgbClr val="CFB87C"/>
              </a:buClr>
              <a:buSzPts val="1260"/>
              <a:buFont typeface="Noto Sans Symbols"/>
              <a:buChar char="⬛"/>
              <a:defRPr b="1" i="0" sz="2100" u="none" cap="none" strike="noStrike">
                <a:solidFill>
                  <a:schemeClr val="dk1"/>
                </a:solidFill>
                <a:latin typeface="Calibri"/>
                <a:ea typeface="Calibri"/>
                <a:cs typeface="Calibri"/>
                <a:sym typeface="Calibri"/>
              </a:defRPr>
            </a:lvl1pPr>
            <a:lvl2pPr lvl="1" marR="0" rtl="0" algn="l">
              <a:spcBef>
                <a:spcPts val="300"/>
              </a:spcBef>
              <a:spcAft>
                <a:spcPts val="0"/>
              </a:spcAft>
              <a:buClr>
                <a:srgbClr val="CFB87C"/>
              </a:buClr>
              <a:buSzPts val="1650"/>
              <a:buFont typeface="Noto Sans Symbols"/>
              <a:buChar char="▪"/>
              <a:defRPr b="0" i="0" sz="1500" u="none" cap="none" strike="noStrike">
                <a:solidFill>
                  <a:schemeClr val="dk1"/>
                </a:solidFill>
                <a:latin typeface="Calibri"/>
                <a:ea typeface="Calibri"/>
                <a:cs typeface="Calibri"/>
                <a:sym typeface="Calibri"/>
              </a:defRPr>
            </a:lvl2pPr>
            <a:lvl3pPr lvl="2" marR="0" rtl="0" algn="l">
              <a:spcBef>
                <a:spcPts val="300"/>
              </a:spcBef>
              <a:spcAft>
                <a:spcPts val="0"/>
              </a:spcAft>
              <a:buClr>
                <a:schemeClr val="dk1"/>
              </a:buClr>
              <a:buSzPts val="1200"/>
              <a:buFont typeface="Noto Sans Symbols"/>
              <a:buChar char="▪"/>
              <a:defRPr b="0" i="0" sz="1500" u="none" cap="none" strike="noStrike">
                <a:solidFill>
                  <a:schemeClr val="dk1"/>
                </a:solidFill>
                <a:latin typeface="Calibri"/>
                <a:ea typeface="Calibri"/>
                <a:cs typeface="Calibri"/>
                <a:sym typeface="Calibri"/>
              </a:defRPr>
            </a:lvl3pPr>
            <a:lvl4pPr lvl="3" marR="0" rtl="0" algn="l">
              <a:spcBef>
                <a:spcPts val="300"/>
              </a:spcBef>
              <a:spcAft>
                <a:spcPts val="0"/>
              </a:spcAft>
              <a:buClr>
                <a:schemeClr val="dk1"/>
              </a:buClr>
              <a:buSzPts val="1500"/>
              <a:buFont typeface="Calibri"/>
              <a:buChar char="–"/>
              <a:defRPr b="0" i="0" sz="1500" u="none" cap="none" strike="noStrike">
                <a:solidFill>
                  <a:schemeClr val="dk1"/>
                </a:solidFill>
                <a:latin typeface="Calibri"/>
                <a:ea typeface="Calibri"/>
                <a:cs typeface="Calibri"/>
                <a:sym typeface="Calibri"/>
              </a:defRPr>
            </a:lvl4pPr>
            <a:lvl5pPr lvl="4" marR="0" rtl="0" algn="l">
              <a:spcBef>
                <a:spcPts val="300"/>
              </a:spcBef>
              <a:spcAft>
                <a:spcPts val="0"/>
              </a:spcAft>
              <a:buClr>
                <a:schemeClr val="dk1"/>
              </a:buClr>
              <a:buSzPts val="1500"/>
              <a:buFont typeface="Calibri"/>
              <a:buChar char="»"/>
              <a:defRPr b="0" i="0" sz="1500" u="none" cap="none" strike="noStrike">
                <a:solidFill>
                  <a:schemeClr val="dk1"/>
                </a:solidFill>
                <a:latin typeface="Calibri"/>
                <a:ea typeface="Calibri"/>
                <a:cs typeface="Calibri"/>
                <a:sym typeface="Calibri"/>
              </a:defRPr>
            </a:lvl5pPr>
            <a:lvl6pPr lvl="5" marR="0" rtl="0" algn="l">
              <a:spcBef>
                <a:spcPts val="225"/>
              </a:spcBef>
              <a:spcAft>
                <a:spcPts val="0"/>
              </a:spcAft>
              <a:buClr>
                <a:schemeClr val="dk1"/>
              </a:buClr>
              <a:buSzPts val="1125"/>
              <a:buFont typeface="Arial"/>
              <a:buChar char="»"/>
              <a:defRPr b="0" i="0" sz="1125" u="none" cap="none" strike="noStrike">
                <a:solidFill>
                  <a:schemeClr val="dk1"/>
                </a:solidFill>
                <a:latin typeface="Arial"/>
                <a:ea typeface="Arial"/>
                <a:cs typeface="Arial"/>
                <a:sym typeface="Arial"/>
              </a:defRPr>
            </a:lvl6pPr>
            <a:lvl7pPr lvl="6" marR="0" rtl="0" algn="l">
              <a:spcBef>
                <a:spcPts val="225"/>
              </a:spcBef>
              <a:spcAft>
                <a:spcPts val="0"/>
              </a:spcAft>
              <a:buClr>
                <a:schemeClr val="dk1"/>
              </a:buClr>
              <a:buSzPts val="1125"/>
              <a:buFont typeface="Arial"/>
              <a:buChar char="»"/>
              <a:defRPr b="0" i="0" sz="1125" u="none" cap="none" strike="noStrike">
                <a:solidFill>
                  <a:schemeClr val="dk1"/>
                </a:solidFill>
                <a:latin typeface="Arial"/>
                <a:ea typeface="Arial"/>
                <a:cs typeface="Arial"/>
                <a:sym typeface="Arial"/>
              </a:defRPr>
            </a:lvl7pPr>
            <a:lvl8pPr lvl="7" marR="0" rtl="0" algn="l">
              <a:spcBef>
                <a:spcPts val="225"/>
              </a:spcBef>
              <a:spcAft>
                <a:spcPts val="0"/>
              </a:spcAft>
              <a:buClr>
                <a:schemeClr val="dk1"/>
              </a:buClr>
              <a:buSzPts val="1125"/>
              <a:buFont typeface="Arial"/>
              <a:buChar char="»"/>
              <a:defRPr b="0" i="0" sz="1125" u="none" cap="none" strike="noStrike">
                <a:solidFill>
                  <a:schemeClr val="dk1"/>
                </a:solidFill>
                <a:latin typeface="Arial"/>
                <a:ea typeface="Arial"/>
                <a:cs typeface="Arial"/>
                <a:sym typeface="Arial"/>
              </a:defRPr>
            </a:lvl8pPr>
            <a:lvl9pPr lvl="8" marR="0" rtl="0" algn="l">
              <a:spcBef>
                <a:spcPts val="225"/>
              </a:spcBef>
              <a:spcAft>
                <a:spcPts val="0"/>
              </a:spcAft>
              <a:buClr>
                <a:schemeClr val="dk1"/>
              </a:buClr>
              <a:buSzPts val="1125"/>
              <a:buFont typeface="Arial"/>
              <a:buChar char="»"/>
              <a:defRPr b="0" i="0" sz="1125"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70" name="Shape 70"/>
        <p:cNvGrpSpPr/>
        <p:nvPr/>
      </p:nvGrpSpPr>
      <p:grpSpPr>
        <a:xfrm>
          <a:off x="0" y="0"/>
          <a:ext cx="0" cy="0"/>
          <a:chOff x="0" y="0"/>
          <a:chExt cx="0" cy="0"/>
        </a:xfrm>
      </p:grpSpPr>
      <p:sp>
        <p:nvSpPr>
          <p:cNvPr id="71" name="Google Shape;71;p26"/>
          <p:cNvSpPr txBox="1"/>
          <p:nvPr>
            <p:ph type="title"/>
          </p:nvPr>
        </p:nvSpPr>
        <p:spPr>
          <a:xfrm>
            <a:off x="542931" y="200027"/>
            <a:ext cx="7980363" cy="5429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Over Content" type="txOverObj">
  <p:cSld name="TEXT_OVER_OBJECT">
    <p:spTree>
      <p:nvGrpSpPr>
        <p:cNvPr id="72" name="Shape 72"/>
        <p:cNvGrpSpPr/>
        <p:nvPr/>
      </p:nvGrpSpPr>
      <p:grpSpPr>
        <a:xfrm>
          <a:off x="0" y="0"/>
          <a:ext cx="0" cy="0"/>
          <a:chOff x="0" y="0"/>
          <a:chExt cx="0" cy="0"/>
        </a:xfrm>
      </p:grpSpPr>
      <p:sp>
        <p:nvSpPr>
          <p:cNvPr id="73" name="Google Shape;73;p27"/>
          <p:cNvSpPr txBox="1"/>
          <p:nvPr>
            <p:ph type="title"/>
          </p:nvPr>
        </p:nvSpPr>
        <p:spPr>
          <a:xfrm>
            <a:off x="542931" y="200027"/>
            <a:ext cx="7980363" cy="5429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7"/>
          <p:cNvSpPr txBox="1"/>
          <p:nvPr>
            <p:ph idx="1" type="body"/>
          </p:nvPr>
        </p:nvSpPr>
        <p:spPr>
          <a:xfrm>
            <a:off x="490540" y="1057278"/>
            <a:ext cx="8502650" cy="1928813"/>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354330" lvl="1" marL="914400" algn="l">
              <a:spcBef>
                <a:spcPts val="360"/>
              </a:spcBef>
              <a:spcAft>
                <a:spcPts val="0"/>
              </a:spcAft>
              <a:buSzPts val="1980"/>
              <a:buChar char="▪"/>
              <a:defRPr/>
            </a:lvl2pPr>
            <a:lvl3pPr indent="-320039" lvl="2" marL="1371600" algn="l">
              <a:spcBef>
                <a:spcPts val="360"/>
              </a:spcBef>
              <a:spcAft>
                <a:spcPts val="0"/>
              </a:spcAft>
              <a:buClr>
                <a:schemeClr val="dk1"/>
              </a:buClr>
              <a:buSzPts val="144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7"/>
          <p:cNvSpPr txBox="1"/>
          <p:nvPr>
            <p:ph idx="2" type="body"/>
          </p:nvPr>
        </p:nvSpPr>
        <p:spPr>
          <a:xfrm>
            <a:off x="490540" y="3100390"/>
            <a:ext cx="8502650" cy="1928813"/>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354330" lvl="1" marL="914400" algn="l">
              <a:spcBef>
                <a:spcPts val="360"/>
              </a:spcBef>
              <a:spcAft>
                <a:spcPts val="0"/>
              </a:spcAft>
              <a:buSzPts val="1980"/>
              <a:buChar char="▪"/>
              <a:defRPr/>
            </a:lvl2pPr>
            <a:lvl3pPr indent="-320039" lvl="2" marL="1371600" algn="l">
              <a:spcBef>
                <a:spcPts val="360"/>
              </a:spcBef>
              <a:spcAft>
                <a:spcPts val="0"/>
              </a:spcAft>
              <a:buClr>
                <a:schemeClr val="dk1"/>
              </a:buClr>
              <a:buSzPts val="144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ntent Over Text" type="twoObjOverTx">
  <p:cSld name="TWO_OBJECTS_OVER_TEXT">
    <p:spTree>
      <p:nvGrpSpPr>
        <p:cNvPr id="76" name="Shape 76"/>
        <p:cNvGrpSpPr/>
        <p:nvPr/>
      </p:nvGrpSpPr>
      <p:grpSpPr>
        <a:xfrm>
          <a:off x="0" y="0"/>
          <a:ext cx="0" cy="0"/>
          <a:chOff x="0" y="0"/>
          <a:chExt cx="0" cy="0"/>
        </a:xfrm>
      </p:grpSpPr>
      <p:sp>
        <p:nvSpPr>
          <p:cNvPr id="77" name="Google Shape;77;p28"/>
          <p:cNvSpPr txBox="1"/>
          <p:nvPr>
            <p:ph type="title"/>
          </p:nvPr>
        </p:nvSpPr>
        <p:spPr>
          <a:xfrm>
            <a:off x="542931" y="200027"/>
            <a:ext cx="7980363" cy="5429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8"/>
          <p:cNvSpPr txBox="1"/>
          <p:nvPr>
            <p:ph idx="1" type="body"/>
          </p:nvPr>
        </p:nvSpPr>
        <p:spPr>
          <a:xfrm>
            <a:off x="490544" y="1057278"/>
            <a:ext cx="4175125" cy="1928813"/>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354330" lvl="1" marL="914400" algn="l">
              <a:spcBef>
                <a:spcPts val="360"/>
              </a:spcBef>
              <a:spcAft>
                <a:spcPts val="0"/>
              </a:spcAft>
              <a:buSzPts val="1980"/>
              <a:buChar char="▪"/>
              <a:defRPr/>
            </a:lvl2pPr>
            <a:lvl3pPr indent="-320039" lvl="2" marL="1371600" algn="l">
              <a:spcBef>
                <a:spcPts val="360"/>
              </a:spcBef>
              <a:spcAft>
                <a:spcPts val="0"/>
              </a:spcAft>
              <a:buClr>
                <a:schemeClr val="dk1"/>
              </a:buClr>
              <a:buSzPts val="144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9" name="Google Shape;79;p28"/>
          <p:cNvSpPr txBox="1"/>
          <p:nvPr>
            <p:ph idx="2" type="body"/>
          </p:nvPr>
        </p:nvSpPr>
        <p:spPr>
          <a:xfrm>
            <a:off x="4818069" y="1057278"/>
            <a:ext cx="4175125" cy="1928813"/>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354330" lvl="1" marL="914400" algn="l">
              <a:spcBef>
                <a:spcPts val="360"/>
              </a:spcBef>
              <a:spcAft>
                <a:spcPts val="0"/>
              </a:spcAft>
              <a:buSzPts val="1980"/>
              <a:buChar char="▪"/>
              <a:defRPr/>
            </a:lvl2pPr>
            <a:lvl3pPr indent="-320039" lvl="2" marL="1371600" algn="l">
              <a:spcBef>
                <a:spcPts val="360"/>
              </a:spcBef>
              <a:spcAft>
                <a:spcPts val="0"/>
              </a:spcAft>
              <a:buClr>
                <a:schemeClr val="dk1"/>
              </a:buClr>
              <a:buSzPts val="144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0" name="Google Shape;80;p28"/>
          <p:cNvSpPr txBox="1"/>
          <p:nvPr>
            <p:ph idx="3" type="body"/>
          </p:nvPr>
        </p:nvSpPr>
        <p:spPr>
          <a:xfrm>
            <a:off x="490540" y="3100390"/>
            <a:ext cx="8502650" cy="1928813"/>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354330" lvl="1" marL="914400" algn="l">
              <a:spcBef>
                <a:spcPts val="360"/>
              </a:spcBef>
              <a:spcAft>
                <a:spcPts val="0"/>
              </a:spcAft>
              <a:buSzPts val="1980"/>
              <a:buChar char="▪"/>
              <a:defRPr/>
            </a:lvl2pPr>
            <a:lvl3pPr indent="-320039" lvl="2" marL="1371600" algn="l">
              <a:spcBef>
                <a:spcPts val="360"/>
              </a:spcBef>
              <a:spcAft>
                <a:spcPts val="0"/>
              </a:spcAft>
              <a:buClr>
                <a:schemeClr val="dk1"/>
              </a:buClr>
              <a:buSzPts val="144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iagram or Organization Chart" type="dgm">
  <p:cSld name="DIAGRAM">
    <p:spTree>
      <p:nvGrpSpPr>
        <p:cNvPr id="81" name="Shape 81"/>
        <p:cNvGrpSpPr/>
        <p:nvPr/>
      </p:nvGrpSpPr>
      <p:grpSpPr>
        <a:xfrm>
          <a:off x="0" y="0"/>
          <a:ext cx="0" cy="0"/>
          <a:chOff x="0" y="0"/>
          <a:chExt cx="0" cy="0"/>
        </a:xfrm>
      </p:grpSpPr>
      <p:sp>
        <p:nvSpPr>
          <p:cNvPr id="82" name="Google Shape;82;p29"/>
          <p:cNvSpPr txBox="1"/>
          <p:nvPr>
            <p:ph type="title"/>
          </p:nvPr>
        </p:nvSpPr>
        <p:spPr>
          <a:xfrm>
            <a:off x="762000" y="57150"/>
            <a:ext cx="7772400" cy="857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9"/>
          <p:cNvSpPr/>
          <p:nvPr>
            <p:ph idx="2" type="dgm"/>
          </p:nvPr>
        </p:nvSpPr>
        <p:spPr>
          <a:xfrm>
            <a:off x="762000" y="1143000"/>
            <a:ext cx="7772400" cy="3543300"/>
          </a:xfrm>
          <a:prstGeom prst="rect">
            <a:avLst/>
          </a:prstGeom>
          <a:noFill/>
          <a:ln>
            <a:noFill/>
          </a:ln>
        </p:spPr>
        <p:txBody>
          <a:bodyPr anchorCtr="0" anchor="t" bIns="45700" lIns="91425" spcFirstLastPara="1" rIns="91425" wrap="square" tIns="45700">
            <a:noAutofit/>
          </a:bodyPr>
          <a:lstStyle>
            <a:lvl1pPr lvl="0" marR="0" rtl="0" algn="l">
              <a:spcBef>
                <a:spcPts val="420"/>
              </a:spcBef>
              <a:spcAft>
                <a:spcPts val="0"/>
              </a:spcAft>
              <a:buClr>
                <a:srgbClr val="CFB87C"/>
              </a:buClr>
              <a:buSzPts val="1260"/>
              <a:buFont typeface="Noto Sans Symbols"/>
              <a:buChar char="⬛"/>
              <a:defRPr b="1" i="0" sz="2100" u="none" cap="none" strike="noStrike">
                <a:solidFill>
                  <a:schemeClr val="dk1"/>
                </a:solidFill>
                <a:latin typeface="Calibri"/>
                <a:ea typeface="Calibri"/>
                <a:cs typeface="Calibri"/>
                <a:sym typeface="Calibri"/>
              </a:defRPr>
            </a:lvl1pPr>
            <a:lvl2pPr lvl="1" marR="0" rtl="0" algn="l">
              <a:spcBef>
                <a:spcPts val="300"/>
              </a:spcBef>
              <a:spcAft>
                <a:spcPts val="0"/>
              </a:spcAft>
              <a:buClr>
                <a:srgbClr val="CFB87C"/>
              </a:buClr>
              <a:buSzPts val="1650"/>
              <a:buFont typeface="Noto Sans Symbols"/>
              <a:buChar char="▪"/>
              <a:defRPr b="0" i="0" sz="1500" u="none" cap="none" strike="noStrike">
                <a:solidFill>
                  <a:schemeClr val="dk1"/>
                </a:solidFill>
                <a:latin typeface="Calibri"/>
                <a:ea typeface="Calibri"/>
                <a:cs typeface="Calibri"/>
                <a:sym typeface="Calibri"/>
              </a:defRPr>
            </a:lvl2pPr>
            <a:lvl3pPr lvl="2" marR="0" rtl="0" algn="l">
              <a:spcBef>
                <a:spcPts val="300"/>
              </a:spcBef>
              <a:spcAft>
                <a:spcPts val="0"/>
              </a:spcAft>
              <a:buClr>
                <a:schemeClr val="dk1"/>
              </a:buClr>
              <a:buSzPts val="1200"/>
              <a:buFont typeface="Noto Sans Symbols"/>
              <a:buChar char="▪"/>
              <a:defRPr b="0" i="0" sz="1500" u="none" cap="none" strike="noStrike">
                <a:solidFill>
                  <a:schemeClr val="dk1"/>
                </a:solidFill>
                <a:latin typeface="Calibri"/>
                <a:ea typeface="Calibri"/>
                <a:cs typeface="Calibri"/>
                <a:sym typeface="Calibri"/>
              </a:defRPr>
            </a:lvl3pPr>
            <a:lvl4pPr lvl="3" marR="0" rtl="0" algn="l">
              <a:spcBef>
                <a:spcPts val="300"/>
              </a:spcBef>
              <a:spcAft>
                <a:spcPts val="0"/>
              </a:spcAft>
              <a:buClr>
                <a:schemeClr val="dk1"/>
              </a:buClr>
              <a:buSzPts val="1500"/>
              <a:buFont typeface="Calibri"/>
              <a:buChar char="–"/>
              <a:defRPr b="0" i="0" sz="1500" u="none" cap="none" strike="noStrike">
                <a:solidFill>
                  <a:schemeClr val="dk1"/>
                </a:solidFill>
                <a:latin typeface="Calibri"/>
                <a:ea typeface="Calibri"/>
                <a:cs typeface="Calibri"/>
                <a:sym typeface="Calibri"/>
              </a:defRPr>
            </a:lvl4pPr>
            <a:lvl5pPr lvl="4" marR="0" rtl="0" algn="l">
              <a:spcBef>
                <a:spcPts val="300"/>
              </a:spcBef>
              <a:spcAft>
                <a:spcPts val="0"/>
              </a:spcAft>
              <a:buClr>
                <a:schemeClr val="dk1"/>
              </a:buClr>
              <a:buSzPts val="1500"/>
              <a:buFont typeface="Calibri"/>
              <a:buChar char="»"/>
              <a:defRPr b="0" i="0" sz="1500" u="none" cap="none" strike="noStrike">
                <a:solidFill>
                  <a:schemeClr val="dk1"/>
                </a:solidFill>
                <a:latin typeface="Calibri"/>
                <a:ea typeface="Calibri"/>
                <a:cs typeface="Calibri"/>
                <a:sym typeface="Calibri"/>
              </a:defRPr>
            </a:lvl5pPr>
            <a:lvl6pPr lvl="5" marR="0" rtl="0" algn="l">
              <a:spcBef>
                <a:spcPts val="225"/>
              </a:spcBef>
              <a:spcAft>
                <a:spcPts val="0"/>
              </a:spcAft>
              <a:buClr>
                <a:schemeClr val="dk1"/>
              </a:buClr>
              <a:buSzPts val="1125"/>
              <a:buFont typeface="Arial"/>
              <a:buChar char="»"/>
              <a:defRPr b="0" i="0" sz="1125" u="none" cap="none" strike="noStrike">
                <a:solidFill>
                  <a:schemeClr val="dk1"/>
                </a:solidFill>
                <a:latin typeface="Arial"/>
                <a:ea typeface="Arial"/>
                <a:cs typeface="Arial"/>
                <a:sym typeface="Arial"/>
              </a:defRPr>
            </a:lvl6pPr>
            <a:lvl7pPr lvl="6" marR="0" rtl="0" algn="l">
              <a:spcBef>
                <a:spcPts val="225"/>
              </a:spcBef>
              <a:spcAft>
                <a:spcPts val="0"/>
              </a:spcAft>
              <a:buClr>
                <a:schemeClr val="dk1"/>
              </a:buClr>
              <a:buSzPts val="1125"/>
              <a:buFont typeface="Arial"/>
              <a:buChar char="»"/>
              <a:defRPr b="0" i="0" sz="1125" u="none" cap="none" strike="noStrike">
                <a:solidFill>
                  <a:schemeClr val="dk1"/>
                </a:solidFill>
                <a:latin typeface="Arial"/>
                <a:ea typeface="Arial"/>
                <a:cs typeface="Arial"/>
                <a:sym typeface="Arial"/>
              </a:defRPr>
            </a:lvl7pPr>
            <a:lvl8pPr lvl="7" marR="0" rtl="0" algn="l">
              <a:spcBef>
                <a:spcPts val="225"/>
              </a:spcBef>
              <a:spcAft>
                <a:spcPts val="0"/>
              </a:spcAft>
              <a:buClr>
                <a:schemeClr val="dk1"/>
              </a:buClr>
              <a:buSzPts val="1125"/>
              <a:buFont typeface="Arial"/>
              <a:buChar char="»"/>
              <a:defRPr b="0" i="0" sz="1125" u="none" cap="none" strike="noStrike">
                <a:solidFill>
                  <a:schemeClr val="dk1"/>
                </a:solidFill>
                <a:latin typeface="Arial"/>
                <a:ea typeface="Arial"/>
                <a:cs typeface="Arial"/>
                <a:sym typeface="Arial"/>
              </a:defRPr>
            </a:lvl8pPr>
            <a:lvl9pPr lvl="8" marR="0" rtl="0" algn="l">
              <a:spcBef>
                <a:spcPts val="225"/>
              </a:spcBef>
              <a:spcAft>
                <a:spcPts val="0"/>
              </a:spcAft>
              <a:buClr>
                <a:schemeClr val="dk1"/>
              </a:buClr>
              <a:buSzPts val="1125"/>
              <a:buFont typeface="Arial"/>
              <a:buChar char="»"/>
              <a:defRPr b="0" i="0" sz="1125" u="none" cap="none" strike="noStrike">
                <a:solidFill>
                  <a:schemeClr val="dk1"/>
                </a:solidFill>
                <a:latin typeface="Arial"/>
                <a:ea typeface="Arial"/>
                <a:cs typeface="Arial"/>
                <a:sym typeface="Arial"/>
              </a:defRPr>
            </a:lvl9pPr>
          </a:lstStyle>
          <a:p/>
        </p:txBody>
      </p:sp>
      <p:sp>
        <p:nvSpPr>
          <p:cNvPr id="84" name="Google Shape;84;p29"/>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1pPr>
            <a:lvl2pPr lvl="1"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9pPr>
          </a:lstStyle>
          <a:p/>
        </p:txBody>
      </p:sp>
      <p:sp>
        <p:nvSpPr>
          <p:cNvPr id="85" name="Google Shape;85;p29"/>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1pPr>
            <a:lvl2pPr lvl="1"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9pPr>
          </a:lstStyle>
          <a:p/>
        </p:txBody>
      </p:sp>
      <p:sp>
        <p:nvSpPr>
          <p:cNvPr id="86" name="Google Shape;86;p29"/>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Arial Narrow"/>
                <a:ea typeface="Arial Narrow"/>
                <a:cs typeface="Arial Narrow"/>
                <a:sym typeface="Arial Narrow"/>
              </a:defRPr>
            </a:lvl1pPr>
            <a:lvl2pPr indent="0" lvl="1" marL="0" marR="0" rtl="0" algn="l">
              <a:spcBef>
                <a:spcPts val="0"/>
              </a:spcBef>
              <a:buNone/>
              <a:defRPr b="0" i="0" sz="1800" u="none" cap="none" strike="noStrike">
                <a:solidFill>
                  <a:schemeClr val="dk1"/>
                </a:solidFill>
                <a:latin typeface="Arial Narrow"/>
                <a:ea typeface="Arial Narrow"/>
                <a:cs typeface="Arial Narrow"/>
                <a:sym typeface="Arial Narrow"/>
              </a:defRPr>
            </a:lvl2pPr>
            <a:lvl3pPr indent="0" lvl="2" marL="0" marR="0" rtl="0" algn="l">
              <a:spcBef>
                <a:spcPts val="0"/>
              </a:spcBef>
              <a:buNone/>
              <a:defRPr b="0" i="0" sz="1800" u="none" cap="none" strike="noStrike">
                <a:solidFill>
                  <a:schemeClr val="dk1"/>
                </a:solidFill>
                <a:latin typeface="Arial Narrow"/>
                <a:ea typeface="Arial Narrow"/>
                <a:cs typeface="Arial Narrow"/>
                <a:sym typeface="Arial Narrow"/>
              </a:defRPr>
            </a:lvl3pPr>
            <a:lvl4pPr indent="0" lvl="3" marL="0" marR="0" rtl="0" algn="l">
              <a:spcBef>
                <a:spcPts val="0"/>
              </a:spcBef>
              <a:buNone/>
              <a:defRPr b="0" i="0" sz="1800" u="none" cap="none" strike="noStrike">
                <a:solidFill>
                  <a:schemeClr val="dk1"/>
                </a:solidFill>
                <a:latin typeface="Arial Narrow"/>
                <a:ea typeface="Arial Narrow"/>
                <a:cs typeface="Arial Narrow"/>
                <a:sym typeface="Arial Narrow"/>
              </a:defRPr>
            </a:lvl4pPr>
            <a:lvl5pPr indent="0" lvl="4" marL="0" marR="0" rtl="0" algn="l">
              <a:spcBef>
                <a:spcPts val="0"/>
              </a:spcBef>
              <a:buNone/>
              <a:defRPr b="0" i="0" sz="1800" u="none" cap="none" strike="noStrike">
                <a:solidFill>
                  <a:schemeClr val="dk1"/>
                </a:solidFill>
                <a:latin typeface="Arial Narrow"/>
                <a:ea typeface="Arial Narrow"/>
                <a:cs typeface="Arial Narrow"/>
                <a:sym typeface="Arial Narrow"/>
              </a:defRPr>
            </a:lvl5pPr>
            <a:lvl6pPr indent="0" lvl="5" marL="0" marR="0" rtl="0" algn="l">
              <a:spcBef>
                <a:spcPts val="0"/>
              </a:spcBef>
              <a:buNone/>
              <a:defRPr b="0" i="0" sz="1800" u="none" cap="none" strike="noStrike">
                <a:solidFill>
                  <a:schemeClr val="dk1"/>
                </a:solidFill>
                <a:latin typeface="Arial Narrow"/>
                <a:ea typeface="Arial Narrow"/>
                <a:cs typeface="Arial Narrow"/>
                <a:sym typeface="Arial Narrow"/>
              </a:defRPr>
            </a:lvl6pPr>
            <a:lvl7pPr indent="0" lvl="6" marL="0" marR="0" rtl="0" algn="l">
              <a:spcBef>
                <a:spcPts val="0"/>
              </a:spcBef>
              <a:buNone/>
              <a:defRPr b="0" i="0" sz="1800" u="none" cap="none" strike="noStrike">
                <a:solidFill>
                  <a:schemeClr val="dk1"/>
                </a:solidFill>
                <a:latin typeface="Arial Narrow"/>
                <a:ea typeface="Arial Narrow"/>
                <a:cs typeface="Arial Narrow"/>
                <a:sym typeface="Arial Narrow"/>
              </a:defRPr>
            </a:lvl7pPr>
            <a:lvl8pPr indent="0" lvl="7" marL="0" marR="0" rtl="0" algn="l">
              <a:spcBef>
                <a:spcPts val="0"/>
              </a:spcBef>
              <a:buNone/>
              <a:defRPr b="0" i="0" sz="1800" u="none" cap="none" strike="noStrike">
                <a:solidFill>
                  <a:schemeClr val="dk1"/>
                </a:solidFill>
                <a:latin typeface="Arial Narrow"/>
                <a:ea typeface="Arial Narrow"/>
                <a:cs typeface="Arial Narrow"/>
                <a:sym typeface="Arial Narrow"/>
              </a:defRPr>
            </a:lvl8pPr>
            <a:lvl9pPr indent="0" lvl="8" marL="0" marR="0" rtl="0" algn="l">
              <a:spcBef>
                <a:spcPts val="0"/>
              </a:spcBef>
              <a:buNone/>
              <a:defRPr b="0" i="0" sz="1800" u="none" cap="none" strike="noStrike">
                <a:solidFill>
                  <a:schemeClr val="dk1"/>
                </a:solidFill>
                <a:latin typeface="Arial Narrow"/>
                <a:ea typeface="Arial Narrow"/>
                <a:cs typeface="Arial Narrow"/>
                <a:sym typeface="Arial Narrow"/>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lip Art and Text" type="clipArtAndTx">
  <p:cSld name="CLIPART_AND_TEXT">
    <p:spTree>
      <p:nvGrpSpPr>
        <p:cNvPr id="87" name="Shape 87"/>
        <p:cNvGrpSpPr/>
        <p:nvPr/>
      </p:nvGrpSpPr>
      <p:grpSpPr>
        <a:xfrm>
          <a:off x="0" y="0"/>
          <a:ext cx="0" cy="0"/>
          <a:chOff x="0" y="0"/>
          <a:chExt cx="0" cy="0"/>
        </a:xfrm>
      </p:grpSpPr>
      <p:sp>
        <p:nvSpPr>
          <p:cNvPr id="88" name="Google Shape;88;p30"/>
          <p:cNvSpPr txBox="1"/>
          <p:nvPr>
            <p:ph type="title"/>
          </p:nvPr>
        </p:nvSpPr>
        <p:spPr>
          <a:xfrm>
            <a:off x="762000" y="57150"/>
            <a:ext cx="7772400" cy="857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0"/>
          <p:cNvSpPr/>
          <p:nvPr>
            <p:ph idx="2" type="clipArt"/>
          </p:nvPr>
        </p:nvSpPr>
        <p:spPr>
          <a:xfrm>
            <a:off x="762000" y="1143000"/>
            <a:ext cx="3810000" cy="3543300"/>
          </a:xfrm>
          <a:prstGeom prst="rect">
            <a:avLst/>
          </a:prstGeom>
          <a:noFill/>
          <a:ln>
            <a:noFill/>
          </a:ln>
        </p:spPr>
      </p:sp>
      <p:sp>
        <p:nvSpPr>
          <p:cNvPr id="90" name="Google Shape;90;p30"/>
          <p:cNvSpPr txBox="1"/>
          <p:nvPr>
            <p:ph idx="1" type="body"/>
          </p:nvPr>
        </p:nvSpPr>
        <p:spPr>
          <a:xfrm>
            <a:off x="4724400" y="1143000"/>
            <a:ext cx="3810000" cy="3543300"/>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354330" lvl="1" marL="914400" algn="l">
              <a:spcBef>
                <a:spcPts val="360"/>
              </a:spcBef>
              <a:spcAft>
                <a:spcPts val="0"/>
              </a:spcAft>
              <a:buSzPts val="1980"/>
              <a:buChar char="▪"/>
              <a:defRPr/>
            </a:lvl2pPr>
            <a:lvl3pPr indent="-320039" lvl="2" marL="1371600" algn="l">
              <a:spcBef>
                <a:spcPts val="360"/>
              </a:spcBef>
              <a:spcAft>
                <a:spcPts val="0"/>
              </a:spcAft>
              <a:buClr>
                <a:schemeClr val="dk1"/>
              </a:buClr>
              <a:buSzPts val="144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1" name="Google Shape;91;p30"/>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1pPr>
            <a:lvl2pPr lvl="1"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9pPr>
          </a:lstStyle>
          <a:p/>
        </p:txBody>
      </p:sp>
      <p:sp>
        <p:nvSpPr>
          <p:cNvPr id="92" name="Google Shape;92;p30"/>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1pPr>
            <a:lvl2pPr lvl="1"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9pPr>
          </a:lstStyle>
          <a:p/>
        </p:txBody>
      </p:sp>
      <p:sp>
        <p:nvSpPr>
          <p:cNvPr id="93" name="Google Shape;93;p30"/>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Arial Narrow"/>
                <a:ea typeface="Arial Narrow"/>
                <a:cs typeface="Arial Narrow"/>
                <a:sym typeface="Arial Narrow"/>
              </a:defRPr>
            </a:lvl1pPr>
            <a:lvl2pPr indent="0" lvl="1" marL="0" marR="0" rtl="0" algn="l">
              <a:spcBef>
                <a:spcPts val="0"/>
              </a:spcBef>
              <a:buNone/>
              <a:defRPr b="0" i="0" sz="1800" u="none" cap="none" strike="noStrike">
                <a:solidFill>
                  <a:schemeClr val="dk1"/>
                </a:solidFill>
                <a:latin typeface="Arial Narrow"/>
                <a:ea typeface="Arial Narrow"/>
                <a:cs typeface="Arial Narrow"/>
                <a:sym typeface="Arial Narrow"/>
              </a:defRPr>
            </a:lvl2pPr>
            <a:lvl3pPr indent="0" lvl="2" marL="0" marR="0" rtl="0" algn="l">
              <a:spcBef>
                <a:spcPts val="0"/>
              </a:spcBef>
              <a:buNone/>
              <a:defRPr b="0" i="0" sz="1800" u="none" cap="none" strike="noStrike">
                <a:solidFill>
                  <a:schemeClr val="dk1"/>
                </a:solidFill>
                <a:latin typeface="Arial Narrow"/>
                <a:ea typeface="Arial Narrow"/>
                <a:cs typeface="Arial Narrow"/>
                <a:sym typeface="Arial Narrow"/>
              </a:defRPr>
            </a:lvl3pPr>
            <a:lvl4pPr indent="0" lvl="3" marL="0" marR="0" rtl="0" algn="l">
              <a:spcBef>
                <a:spcPts val="0"/>
              </a:spcBef>
              <a:buNone/>
              <a:defRPr b="0" i="0" sz="1800" u="none" cap="none" strike="noStrike">
                <a:solidFill>
                  <a:schemeClr val="dk1"/>
                </a:solidFill>
                <a:latin typeface="Arial Narrow"/>
                <a:ea typeface="Arial Narrow"/>
                <a:cs typeface="Arial Narrow"/>
                <a:sym typeface="Arial Narrow"/>
              </a:defRPr>
            </a:lvl4pPr>
            <a:lvl5pPr indent="0" lvl="4" marL="0" marR="0" rtl="0" algn="l">
              <a:spcBef>
                <a:spcPts val="0"/>
              </a:spcBef>
              <a:buNone/>
              <a:defRPr b="0" i="0" sz="1800" u="none" cap="none" strike="noStrike">
                <a:solidFill>
                  <a:schemeClr val="dk1"/>
                </a:solidFill>
                <a:latin typeface="Arial Narrow"/>
                <a:ea typeface="Arial Narrow"/>
                <a:cs typeface="Arial Narrow"/>
                <a:sym typeface="Arial Narrow"/>
              </a:defRPr>
            </a:lvl5pPr>
            <a:lvl6pPr indent="0" lvl="5" marL="0" marR="0" rtl="0" algn="l">
              <a:spcBef>
                <a:spcPts val="0"/>
              </a:spcBef>
              <a:buNone/>
              <a:defRPr b="0" i="0" sz="1800" u="none" cap="none" strike="noStrike">
                <a:solidFill>
                  <a:schemeClr val="dk1"/>
                </a:solidFill>
                <a:latin typeface="Arial Narrow"/>
                <a:ea typeface="Arial Narrow"/>
                <a:cs typeface="Arial Narrow"/>
                <a:sym typeface="Arial Narrow"/>
              </a:defRPr>
            </a:lvl6pPr>
            <a:lvl7pPr indent="0" lvl="6" marL="0" marR="0" rtl="0" algn="l">
              <a:spcBef>
                <a:spcPts val="0"/>
              </a:spcBef>
              <a:buNone/>
              <a:defRPr b="0" i="0" sz="1800" u="none" cap="none" strike="noStrike">
                <a:solidFill>
                  <a:schemeClr val="dk1"/>
                </a:solidFill>
                <a:latin typeface="Arial Narrow"/>
                <a:ea typeface="Arial Narrow"/>
                <a:cs typeface="Arial Narrow"/>
                <a:sym typeface="Arial Narrow"/>
              </a:defRPr>
            </a:lvl7pPr>
            <a:lvl8pPr indent="0" lvl="7" marL="0" marR="0" rtl="0" algn="l">
              <a:spcBef>
                <a:spcPts val="0"/>
              </a:spcBef>
              <a:buNone/>
              <a:defRPr b="0" i="0" sz="1800" u="none" cap="none" strike="noStrike">
                <a:solidFill>
                  <a:schemeClr val="dk1"/>
                </a:solidFill>
                <a:latin typeface="Arial Narrow"/>
                <a:ea typeface="Arial Narrow"/>
                <a:cs typeface="Arial Narrow"/>
                <a:sym typeface="Arial Narrow"/>
              </a:defRPr>
            </a:lvl8pPr>
            <a:lvl9pPr indent="0" lvl="8" marL="0" marR="0" rtl="0" algn="l">
              <a:spcBef>
                <a:spcPts val="0"/>
              </a:spcBef>
              <a:buNone/>
              <a:defRPr b="0" i="0" sz="1800" u="none" cap="none" strike="noStrike">
                <a:solidFill>
                  <a:schemeClr val="dk1"/>
                </a:solidFill>
                <a:latin typeface="Arial Narrow"/>
                <a:ea typeface="Arial Narrow"/>
                <a:cs typeface="Arial Narrow"/>
                <a:sym typeface="Arial Narrow"/>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type="chart">
  <p:cSld name="CHART">
    <p:spTree>
      <p:nvGrpSpPr>
        <p:cNvPr id="94" name="Shape 94"/>
        <p:cNvGrpSpPr/>
        <p:nvPr/>
      </p:nvGrpSpPr>
      <p:grpSpPr>
        <a:xfrm>
          <a:off x="0" y="0"/>
          <a:ext cx="0" cy="0"/>
          <a:chOff x="0" y="0"/>
          <a:chExt cx="0" cy="0"/>
        </a:xfrm>
      </p:grpSpPr>
      <p:sp>
        <p:nvSpPr>
          <p:cNvPr id="95" name="Google Shape;95;p31"/>
          <p:cNvSpPr txBox="1"/>
          <p:nvPr>
            <p:ph type="title"/>
          </p:nvPr>
        </p:nvSpPr>
        <p:spPr>
          <a:xfrm>
            <a:off x="762000" y="57150"/>
            <a:ext cx="7772400" cy="857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1"/>
          <p:cNvSpPr/>
          <p:nvPr>
            <p:ph idx="2" type="chart"/>
          </p:nvPr>
        </p:nvSpPr>
        <p:spPr>
          <a:xfrm>
            <a:off x="762000" y="1143000"/>
            <a:ext cx="7772400" cy="3543300"/>
          </a:xfrm>
          <a:prstGeom prst="rect">
            <a:avLst/>
          </a:prstGeom>
          <a:noFill/>
          <a:ln>
            <a:noFill/>
          </a:ln>
        </p:spPr>
        <p:txBody>
          <a:bodyPr anchorCtr="0" anchor="t" bIns="45700" lIns="91425" spcFirstLastPara="1" rIns="91425" wrap="square" tIns="45700">
            <a:noAutofit/>
          </a:bodyPr>
          <a:lstStyle>
            <a:lvl1pPr lvl="0" marR="0" rtl="0" algn="l">
              <a:spcBef>
                <a:spcPts val="420"/>
              </a:spcBef>
              <a:spcAft>
                <a:spcPts val="0"/>
              </a:spcAft>
              <a:buClr>
                <a:srgbClr val="CFB87C"/>
              </a:buClr>
              <a:buSzPts val="1260"/>
              <a:buFont typeface="Noto Sans Symbols"/>
              <a:buChar char="⬛"/>
              <a:defRPr b="1" i="0" sz="2100" u="none" cap="none" strike="noStrike">
                <a:solidFill>
                  <a:schemeClr val="dk1"/>
                </a:solidFill>
                <a:latin typeface="Calibri"/>
                <a:ea typeface="Calibri"/>
                <a:cs typeface="Calibri"/>
                <a:sym typeface="Calibri"/>
              </a:defRPr>
            </a:lvl1pPr>
            <a:lvl2pPr lvl="1" marR="0" rtl="0" algn="l">
              <a:spcBef>
                <a:spcPts val="300"/>
              </a:spcBef>
              <a:spcAft>
                <a:spcPts val="0"/>
              </a:spcAft>
              <a:buClr>
                <a:srgbClr val="CFB87C"/>
              </a:buClr>
              <a:buSzPts val="1650"/>
              <a:buFont typeface="Noto Sans Symbols"/>
              <a:buChar char="▪"/>
              <a:defRPr b="0" i="0" sz="1500" u="none" cap="none" strike="noStrike">
                <a:solidFill>
                  <a:schemeClr val="dk1"/>
                </a:solidFill>
                <a:latin typeface="Calibri"/>
                <a:ea typeface="Calibri"/>
                <a:cs typeface="Calibri"/>
                <a:sym typeface="Calibri"/>
              </a:defRPr>
            </a:lvl2pPr>
            <a:lvl3pPr lvl="2" marR="0" rtl="0" algn="l">
              <a:spcBef>
                <a:spcPts val="300"/>
              </a:spcBef>
              <a:spcAft>
                <a:spcPts val="0"/>
              </a:spcAft>
              <a:buClr>
                <a:schemeClr val="dk1"/>
              </a:buClr>
              <a:buSzPts val="1200"/>
              <a:buFont typeface="Noto Sans Symbols"/>
              <a:buChar char="▪"/>
              <a:defRPr b="0" i="0" sz="1500" u="none" cap="none" strike="noStrike">
                <a:solidFill>
                  <a:schemeClr val="dk1"/>
                </a:solidFill>
                <a:latin typeface="Calibri"/>
                <a:ea typeface="Calibri"/>
                <a:cs typeface="Calibri"/>
                <a:sym typeface="Calibri"/>
              </a:defRPr>
            </a:lvl3pPr>
            <a:lvl4pPr lvl="3" marR="0" rtl="0" algn="l">
              <a:spcBef>
                <a:spcPts val="300"/>
              </a:spcBef>
              <a:spcAft>
                <a:spcPts val="0"/>
              </a:spcAft>
              <a:buClr>
                <a:schemeClr val="dk1"/>
              </a:buClr>
              <a:buSzPts val="1500"/>
              <a:buFont typeface="Calibri"/>
              <a:buChar char="–"/>
              <a:defRPr b="0" i="0" sz="1500" u="none" cap="none" strike="noStrike">
                <a:solidFill>
                  <a:schemeClr val="dk1"/>
                </a:solidFill>
                <a:latin typeface="Calibri"/>
                <a:ea typeface="Calibri"/>
                <a:cs typeface="Calibri"/>
                <a:sym typeface="Calibri"/>
              </a:defRPr>
            </a:lvl4pPr>
            <a:lvl5pPr lvl="4" marR="0" rtl="0" algn="l">
              <a:spcBef>
                <a:spcPts val="300"/>
              </a:spcBef>
              <a:spcAft>
                <a:spcPts val="0"/>
              </a:spcAft>
              <a:buClr>
                <a:schemeClr val="dk1"/>
              </a:buClr>
              <a:buSzPts val="1500"/>
              <a:buFont typeface="Calibri"/>
              <a:buChar char="»"/>
              <a:defRPr b="0" i="0" sz="1500" u="none" cap="none" strike="noStrike">
                <a:solidFill>
                  <a:schemeClr val="dk1"/>
                </a:solidFill>
                <a:latin typeface="Calibri"/>
                <a:ea typeface="Calibri"/>
                <a:cs typeface="Calibri"/>
                <a:sym typeface="Calibri"/>
              </a:defRPr>
            </a:lvl5pPr>
            <a:lvl6pPr lvl="5" marR="0" rtl="0" algn="l">
              <a:spcBef>
                <a:spcPts val="225"/>
              </a:spcBef>
              <a:spcAft>
                <a:spcPts val="0"/>
              </a:spcAft>
              <a:buClr>
                <a:schemeClr val="dk1"/>
              </a:buClr>
              <a:buSzPts val="1125"/>
              <a:buFont typeface="Arial"/>
              <a:buChar char="»"/>
              <a:defRPr b="0" i="0" sz="1125" u="none" cap="none" strike="noStrike">
                <a:solidFill>
                  <a:schemeClr val="dk1"/>
                </a:solidFill>
                <a:latin typeface="Arial"/>
                <a:ea typeface="Arial"/>
                <a:cs typeface="Arial"/>
                <a:sym typeface="Arial"/>
              </a:defRPr>
            </a:lvl6pPr>
            <a:lvl7pPr lvl="6" marR="0" rtl="0" algn="l">
              <a:spcBef>
                <a:spcPts val="225"/>
              </a:spcBef>
              <a:spcAft>
                <a:spcPts val="0"/>
              </a:spcAft>
              <a:buClr>
                <a:schemeClr val="dk1"/>
              </a:buClr>
              <a:buSzPts val="1125"/>
              <a:buFont typeface="Arial"/>
              <a:buChar char="»"/>
              <a:defRPr b="0" i="0" sz="1125" u="none" cap="none" strike="noStrike">
                <a:solidFill>
                  <a:schemeClr val="dk1"/>
                </a:solidFill>
                <a:latin typeface="Arial"/>
                <a:ea typeface="Arial"/>
                <a:cs typeface="Arial"/>
                <a:sym typeface="Arial"/>
              </a:defRPr>
            </a:lvl7pPr>
            <a:lvl8pPr lvl="7" marR="0" rtl="0" algn="l">
              <a:spcBef>
                <a:spcPts val="225"/>
              </a:spcBef>
              <a:spcAft>
                <a:spcPts val="0"/>
              </a:spcAft>
              <a:buClr>
                <a:schemeClr val="dk1"/>
              </a:buClr>
              <a:buSzPts val="1125"/>
              <a:buFont typeface="Arial"/>
              <a:buChar char="»"/>
              <a:defRPr b="0" i="0" sz="1125" u="none" cap="none" strike="noStrike">
                <a:solidFill>
                  <a:schemeClr val="dk1"/>
                </a:solidFill>
                <a:latin typeface="Arial"/>
                <a:ea typeface="Arial"/>
                <a:cs typeface="Arial"/>
                <a:sym typeface="Arial"/>
              </a:defRPr>
            </a:lvl8pPr>
            <a:lvl9pPr lvl="8" marR="0" rtl="0" algn="l">
              <a:spcBef>
                <a:spcPts val="225"/>
              </a:spcBef>
              <a:spcAft>
                <a:spcPts val="0"/>
              </a:spcAft>
              <a:buClr>
                <a:schemeClr val="dk1"/>
              </a:buClr>
              <a:buSzPts val="1125"/>
              <a:buFont typeface="Arial"/>
              <a:buChar char="»"/>
              <a:defRPr b="0" i="0" sz="1125" u="none" cap="none" strike="noStrike">
                <a:solidFill>
                  <a:schemeClr val="dk1"/>
                </a:solidFill>
                <a:latin typeface="Arial"/>
                <a:ea typeface="Arial"/>
                <a:cs typeface="Arial"/>
                <a:sym typeface="Arial"/>
              </a:defRPr>
            </a:lvl9pPr>
          </a:lstStyle>
          <a:p/>
        </p:txBody>
      </p:sp>
      <p:sp>
        <p:nvSpPr>
          <p:cNvPr id="97" name="Google Shape;97;p31"/>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1pPr>
            <a:lvl2pPr lvl="1"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9pPr>
          </a:lstStyle>
          <a:p/>
        </p:txBody>
      </p:sp>
      <p:sp>
        <p:nvSpPr>
          <p:cNvPr id="98" name="Google Shape;98;p31"/>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1pPr>
            <a:lvl2pPr lvl="1"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9pPr>
          </a:lstStyle>
          <a:p/>
        </p:txBody>
      </p:sp>
      <p:sp>
        <p:nvSpPr>
          <p:cNvPr id="99" name="Google Shape;99;p31"/>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Arial Narrow"/>
                <a:ea typeface="Arial Narrow"/>
                <a:cs typeface="Arial Narrow"/>
                <a:sym typeface="Arial Narrow"/>
              </a:defRPr>
            </a:lvl1pPr>
            <a:lvl2pPr indent="0" lvl="1" marL="0" marR="0" rtl="0" algn="l">
              <a:spcBef>
                <a:spcPts val="0"/>
              </a:spcBef>
              <a:buNone/>
              <a:defRPr b="0" i="0" sz="1800" u="none" cap="none" strike="noStrike">
                <a:solidFill>
                  <a:schemeClr val="dk1"/>
                </a:solidFill>
                <a:latin typeface="Arial Narrow"/>
                <a:ea typeface="Arial Narrow"/>
                <a:cs typeface="Arial Narrow"/>
                <a:sym typeface="Arial Narrow"/>
              </a:defRPr>
            </a:lvl2pPr>
            <a:lvl3pPr indent="0" lvl="2" marL="0" marR="0" rtl="0" algn="l">
              <a:spcBef>
                <a:spcPts val="0"/>
              </a:spcBef>
              <a:buNone/>
              <a:defRPr b="0" i="0" sz="1800" u="none" cap="none" strike="noStrike">
                <a:solidFill>
                  <a:schemeClr val="dk1"/>
                </a:solidFill>
                <a:latin typeface="Arial Narrow"/>
                <a:ea typeface="Arial Narrow"/>
                <a:cs typeface="Arial Narrow"/>
                <a:sym typeface="Arial Narrow"/>
              </a:defRPr>
            </a:lvl3pPr>
            <a:lvl4pPr indent="0" lvl="3" marL="0" marR="0" rtl="0" algn="l">
              <a:spcBef>
                <a:spcPts val="0"/>
              </a:spcBef>
              <a:buNone/>
              <a:defRPr b="0" i="0" sz="1800" u="none" cap="none" strike="noStrike">
                <a:solidFill>
                  <a:schemeClr val="dk1"/>
                </a:solidFill>
                <a:latin typeface="Arial Narrow"/>
                <a:ea typeface="Arial Narrow"/>
                <a:cs typeface="Arial Narrow"/>
                <a:sym typeface="Arial Narrow"/>
              </a:defRPr>
            </a:lvl4pPr>
            <a:lvl5pPr indent="0" lvl="4" marL="0" marR="0" rtl="0" algn="l">
              <a:spcBef>
                <a:spcPts val="0"/>
              </a:spcBef>
              <a:buNone/>
              <a:defRPr b="0" i="0" sz="1800" u="none" cap="none" strike="noStrike">
                <a:solidFill>
                  <a:schemeClr val="dk1"/>
                </a:solidFill>
                <a:latin typeface="Arial Narrow"/>
                <a:ea typeface="Arial Narrow"/>
                <a:cs typeface="Arial Narrow"/>
                <a:sym typeface="Arial Narrow"/>
              </a:defRPr>
            </a:lvl5pPr>
            <a:lvl6pPr indent="0" lvl="5" marL="0" marR="0" rtl="0" algn="l">
              <a:spcBef>
                <a:spcPts val="0"/>
              </a:spcBef>
              <a:buNone/>
              <a:defRPr b="0" i="0" sz="1800" u="none" cap="none" strike="noStrike">
                <a:solidFill>
                  <a:schemeClr val="dk1"/>
                </a:solidFill>
                <a:latin typeface="Arial Narrow"/>
                <a:ea typeface="Arial Narrow"/>
                <a:cs typeface="Arial Narrow"/>
                <a:sym typeface="Arial Narrow"/>
              </a:defRPr>
            </a:lvl6pPr>
            <a:lvl7pPr indent="0" lvl="6" marL="0" marR="0" rtl="0" algn="l">
              <a:spcBef>
                <a:spcPts val="0"/>
              </a:spcBef>
              <a:buNone/>
              <a:defRPr b="0" i="0" sz="1800" u="none" cap="none" strike="noStrike">
                <a:solidFill>
                  <a:schemeClr val="dk1"/>
                </a:solidFill>
                <a:latin typeface="Arial Narrow"/>
                <a:ea typeface="Arial Narrow"/>
                <a:cs typeface="Arial Narrow"/>
                <a:sym typeface="Arial Narrow"/>
              </a:defRPr>
            </a:lvl7pPr>
            <a:lvl8pPr indent="0" lvl="7" marL="0" marR="0" rtl="0" algn="l">
              <a:spcBef>
                <a:spcPts val="0"/>
              </a:spcBef>
              <a:buNone/>
              <a:defRPr b="0" i="0" sz="1800" u="none" cap="none" strike="noStrike">
                <a:solidFill>
                  <a:schemeClr val="dk1"/>
                </a:solidFill>
                <a:latin typeface="Arial Narrow"/>
                <a:ea typeface="Arial Narrow"/>
                <a:cs typeface="Arial Narrow"/>
                <a:sym typeface="Arial Narrow"/>
              </a:defRPr>
            </a:lvl8pPr>
            <a:lvl9pPr indent="0" lvl="8" marL="0" marR="0" rtl="0" algn="l">
              <a:spcBef>
                <a:spcPts val="0"/>
              </a:spcBef>
              <a:buNone/>
              <a:defRPr b="0" i="0" sz="1800" u="none" cap="none" strike="noStrike">
                <a:solidFill>
                  <a:schemeClr val="dk1"/>
                </a:solidFill>
                <a:latin typeface="Arial Narrow"/>
                <a:ea typeface="Arial Narrow"/>
                <a:cs typeface="Arial Narrow"/>
                <a:sym typeface="Arial Narrow"/>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lip Art" type="txAndClipArt">
  <p:cSld name="TEXT_AND_CLIPART">
    <p:spTree>
      <p:nvGrpSpPr>
        <p:cNvPr id="100" name="Shape 100"/>
        <p:cNvGrpSpPr/>
        <p:nvPr/>
      </p:nvGrpSpPr>
      <p:grpSpPr>
        <a:xfrm>
          <a:off x="0" y="0"/>
          <a:ext cx="0" cy="0"/>
          <a:chOff x="0" y="0"/>
          <a:chExt cx="0" cy="0"/>
        </a:xfrm>
      </p:grpSpPr>
      <p:sp>
        <p:nvSpPr>
          <p:cNvPr id="101" name="Google Shape;101;p32"/>
          <p:cNvSpPr txBox="1"/>
          <p:nvPr>
            <p:ph type="title"/>
          </p:nvPr>
        </p:nvSpPr>
        <p:spPr>
          <a:xfrm>
            <a:off x="762000" y="57150"/>
            <a:ext cx="7772400" cy="857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32"/>
          <p:cNvSpPr txBox="1"/>
          <p:nvPr>
            <p:ph idx="1" type="body"/>
          </p:nvPr>
        </p:nvSpPr>
        <p:spPr>
          <a:xfrm>
            <a:off x="762000" y="1143000"/>
            <a:ext cx="3810000" cy="3543300"/>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354330" lvl="1" marL="914400" algn="l">
              <a:spcBef>
                <a:spcPts val="360"/>
              </a:spcBef>
              <a:spcAft>
                <a:spcPts val="0"/>
              </a:spcAft>
              <a:buSzPts val="1980"/>
              <a:buChar char="▪"/>
              <a:defRPr/>
            </a:lvl2pPr>
            <a:lvl3pPr indent="-320039" lvl="2" marL="1371600" algn="l">
              <a:spcBef>
                <a:spcPts val="360"/>
              </a:spcBef>
              <a:spcAft>
                <a:spcPts val="0"/>
              </a:spcAft>
              <a:buClr>
                <a:schemeClr val="dk1"/>
              </a:buClr>
              <a:buSzPts val="144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3" name="Google Shape;103;p32"/>
          <p:cNvSpPr/>
          <p:nvPr>
            <p:ph idx="2" type="clipArt"/>
          </p:nvPr>
        </p:nvSpPr>
        <p:spPr>
          <a:xfrm>
            <a:off x="4724400" y="1143000"/>
            <a:ext cx="3810000" cy="3543300"/>
          </a:xfrm>
          <a:prstGeom prst="rect">
            <a:avLst/>
          </a:prstGeom>
          <a:noFill/>
          <a:ln>
            <a:noFill/>
          </a:ln>
        </p:spPr>
      </p:sp>
      <p:sp>
        <p:nvSpPr>
          <p:cNvPr id="104" name="Google Shape;104;p32"/>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1pPr>
            <a:lvl2pPr lvl="1"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9pPr>
          </a:lstStyle>
          <a:p/>
        </p:txBody>
      </p:sp>
      <p:sp>
        <p:nvSpPr>
          <p:cNvPr id="105" name="Google Shape;105;p32"/>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1pPr>
            <a:lvl2pPr lvl="1"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9pPr>
          </a:lstStyle>
          <a:p/>
        </p:txBody>
      </p:sp>
      <p:sp>
        <p:nvSpPr>
          <p:cNvPr id="106" name="Google Shape;106;p32"/>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Arial Narrow"/>
                <a:ea typeface="Arial Narrow"/>
                <a:cs typeface="Arial Narrow"/>
                <a:sym typeface="Arial Narrow"/>
              </a:defRPr>
            </a:lvl1pPr>
            <a:lvl2pPr indent="0" lvl="1" marL="0" marR="0" rtl="0" algn="l">
              <a:spcBef>
                <a:spcPts val="0"/>
              </a:spcBef>
              <a:buNone/>
              <a:defRPr b="0" i="0" sz="1800" u="none" cap="none" strike="noStrike">
                <a:solidFill>
                  <a:schemeClr val="dk1"/>
                </a:solidFill>
                <a:latin typeface="Arial Narrow"/>
                <a:ea typeface="Arial Narrow"/>
                <a:cs typeface="Arial Narrow"/>
                <a:sym typeface="Arial Narrow"/>
              </a:defRPr>
            </a:lvl2pPr>
            <a:lvl3pPr indent="0" lvl="2" marL="0" marR="0" rtl="0" algn="l">
              <a:spcBef>
                <a:spcPts val="0"/>
              </a:spcBef>
              <a:buNone/>
              <a:defRPr b="0" i="0" sz="1800" u="none" cap="none" strike="noStrike">
                <a:solidFill>
                  <a:schemeClr val="dk1"/>
                </a:solidFill>
                <a:latin typeface="Arial Narrow"/>
                <a:ea typeface="Arial Narrow"/>
                <a:cs typeface="Arial Narrow"/>
                <a:sym typeface="Arial Narrow"/>
              </a:defRPr>
            </a:lvl3pPr>
            <a:lvl4pPr indent="0" lvl="3" marL="0" marR="0" rtl="0" algn="l">
              <a:spcBef>
                <a:spcPts val="0"/>
              </a:spcBef>
              <a:buNone/>
              <a:defRPr b="0" i="0" sz="1800" u="none" cap="none" strike="noStrike">
                <a:solidFill>
                  <a:schemeClr val="dk1"/>
                </a:solidFill>
                <a:latin typeface="Arial Narrow"/>
                <a:ea typeface="Arial Narrow"/>
                <a:cs typeface="Arial Narrow"/>
                <a:sym typeface="Arial Narrow"/>
              </a:defRPr>
            </a:lvl4pPr>
            <a:lvl5pPr indent="0" lvl="4" marL="0" marR="0" rtl="0" algn="l">
              <a:spcBef>
                <a:spcPts val="0"/>
              </a:spcBef>
              <a:buNone/>
              <a:defRPr b="0" i="0" sz="1800" u="none" cap="none" strike="noStrike">
                <a:solidFill>
                  <a:schemeClr val="dk1"/>
                </a:solidFill>
                <a:latin typeface="Arial Narrow"/>
                <a:ea typeface="Arial Narrow"/>
                <a:cs typeface="Arial Narrow"/>
                <a:sym typeface="Arial Narrow"/>
              </a:defRPr>
            </a:lvl5pPr>
            <a:lvl6pPr indent="0" lvl="5" marL="0" marR="0" rtl="0" algn="l">
              <a:spcBef>
                <a:spcPts val="0"/>
              </a:spcBef>
              <a:buNone/>
              <a:defRPr b="0" i="0" sz="1800" u="none" cap="none" strike="noStrike">
                <a:solidFill>
                  <a:schemeClr val="dk1"/>
                </a:solidFill>
                <a:latin typeface="Arial Narrow"/>
                <a:ea typeface="Arial Narrow"/>
                <a:cs typeface="Arial Narrow"/>
                <a:sym typeface="Arial Narrow"/>
              </a:defRPr>
            </a:lvl6pPr>
            <a:lvl7pPr indent="0" lvl="6" marL="0" marR="0" rtl="0" algn="l">
              <a:spcBef>
                <a:spcPts val="0"/>
              </a:spcBef>
              <a:buNone/>
              <a:defRPr b="0" i="0" sz="1800" u="none" cap="none" strike="noStrike">
                <a:solidFill>
                  <a:schemeClr val="dk1"/>
                </a:solidFill>
                <a:latin typeface="Arial Narrow"/>
                <a:ea typeface="Arial Narrow"/>
                <a:cs typeface="Arial Narrow"/>
                <a:sym typeface="Arial Narrow"/>
              </a:defRPr>
            </a:lvl7pPr>
            <a:lvl8pPr indent="0" lvl="7" marL="0" marR="0" rtl="0" algn="l">
              <a:spcBef>
                <a:spcPts val="0"/>
              </a:spcBef>
              <a:buNone/>
              <a:defRPr b="0" i="0" sz="1800" u="none" cap="none" strike="noStrike">
                <a:solidFill>
                  <a:schemeClr val="dk1"/>
                </a:solidFill>
                <a:latin typeface="Arial Narrow"/>
                <a:ea typeface="Arial Narrow"/>
                <a:cs typeface="Arial Narrow"/>
                <a:sym typeface="Arial Narrow"/>
              </a:defRPr>
            </a:lvl8pPr>
            <a:lvl9pPr indent="0" lvl="8" marL="0" marR="0" rtl="0" algn="l">
              <a:spcBef>
                <a:spcPts val="0"/>
              </a:spcBef>
              <a:buNone/>
              <a:defRPr b="0" i="0" sz="1800" u="none" cap="none" strike="noStrike">
                <a:solidFill>
                  <a:schemeClr val="dk1"/>
                </a:solidFill>
                <a:latin typeface="Arial Narrow"/>
                <a:ea typeface="Arial Narrow"/>
                <a:cs typeface="Arial Narrow"/>
                <a:sym typeface="Arial Narrow"/>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hart and Text" type="chartAndTx">
  <p:cSld name="CHART_AND_TEXT">
    <p:spTree>
      <p:nvGrpSpPr>
        <p:cNvPr id="107" name="Shape 107"/>
        <p:cNvGrpSpPr/>
        <p:nvPr/>
      </p:nvGrpSpPr>
      <p:grpSpPr>
        <a:xfrm>
          <a:off x="0" y="0"/>
          <a:ext cx="0" cy="0"/>
          <a:chOff x="0" y="0"/>
          <a:chExt cx="0" cy="0"/>
        </a:xfrm>
      </p:grpSpPr>
      <p:sp>
        <p:nvSpPr>
          <p:cNvPr id="108" name="Google Shape;108;p33"/>
          <p:cNvSpPr txBox="1"/>
          <p:nvPr>
            <p:ph type="title"/>
          </p:nvPr>
        </p:nvSpPr>
        <p:spPr>
          <a:xfrm>
            <a:off x="762000" y="57150"/>
            <a:ext cx="7772400" cy="857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33"/>
          <p:cNvSpPr/>
          <p:nvPr>
            <p:ph idx="2" type="chart"/>
          </p:nvPr>
        </p:nvSpPr>
        <p:spPr>
          <a:xfrm>
            <a:off x="762000" y="1143000"/>
            <a:ext cx="3810000" cy="3543300"/>
          </a:xfrm>
          <a:prstGeom prst="rect">
            <a:avLst/>
          </a:prstGeom>
          <a:noFill/>
          <a:ln>
            <a:noFill/>
          </a:ln>
        </p:spPr>
        <p:txBody>
          <a:bodyPr anchorCtr="0" anchor="t" bIns="45700" lIns="91425" spcFirstLastPara="1" rIns="91425" wrap="square" tIns="45700">
            <a:noAutofit/>
          </a:bodyPr>
          <a:lstStyle>
            <a:lvl1pPr lvl="0" marR="0" rtl="0" algn="l">
              <a:spcBef>
                <a:spcPts val="420"/>
              </a:spcBef>
              <a:spcAft>
                <a:spcPts val="0"/>
              </a:spcAft>
              <a:buClr>
                <a:srgbClr val="CFB87C"/>
              </a:buClr>
              <a:buSzPts val="1260"/>
              <a:buFont typeface="Noto Sans Symbols"/>
              <a:buChar char="⬛"/>
              <a:defRPr b="1" i="0" sz="2100" u="none" cap="none" strike="noStrike">
                <a:solidFill>
                  <a:schemeClr val="dk1"/>
                </a:solidFill>
                <a:latin typeface="Calibri"/>
                <a:ea typeface="Calibri"/>
                <a:cs typeface="Calibri"/>
                <a:sym typeface="Calibri"/>
              </a:defRPr>
            </a:lvl1pPr>
            <a:lvl2pPr lvl="1" marR="0" rtl="0" algn="l">
              <a:spcBef>
                <a:spcPts val="300"/>
              </a:spcBef>
              <a:spcAft>
                <a:spcPts val="0"/>
              </a:spcAft>
              <a:buClr>
                <a:srgbClr val="CFB87C"/>
              </a:buClr>
              <a:buSzPts val="1650"/>
              <a:buFont typeface="Noto Sans Symbols"/>
              <a:buChar char="▪"/>
              <a:defRPr b="0" i="0" sz="1500" u="none" cap="none" strike="noStrike">
                <a:solidFill>
                  <a:schemeClr val="dk1"/>
                </a:solidFill>
                <a:latin typeface="Calibri"/>
                <a:ea typeface="Calibri"/>
                <a:cs typeface="Calibri"/>
                <a:sym typeface="Calibri"/>
              </a:defRPr>
            </a:lvl2pPr>
            <a:lvl3pPr lvl="2" marR="0" rtl="0" algn="l">
              <a:spcBef>
                <a:spcPts val="300"/>
              </a:spcBef>
              <a:spcAft>
                <a:spcPts val="0"/>
              </a:spcAft>
              <a:buClr>
                <a:schemeClr val="dk1"/>
              </a:buClr>
              <a:buSzPts val="1200"/>
              <a:buFont typeface="Noto Sans Symbols"/>
              <a:buChar char="▪"/>
              <a:defRPr b="0" i="0" sz="1500" u="none" cap="none" strike="noStrike">
                <a:solidFill>
                  <a:schemeClr val="dk1"/>
                </a:solidFill>
                <a:latin typeface="Calibri"/>
                <a:ea typeface="Calibri"/>
                <a:cs typeface="Calibri"/>
                <a:sym typeface="Calibri"/>
              </a:defRPr>
            </a:lvl3pPr>
            <a:lvl4pPr lvl="3" marR="0" rtl="0" algn="l">
              <a:spcBef>
                <a:spcPts val="300"/>
              </a:spcBef>
              <a:spcAft>
                <a:spcPts val="0"/>
              </a:spcAft>
              <a:buClr>
                <a:schemeClr val="dk1"/>
              </a:buClr>
              <a:buSzPts val="1500"/>
              <a:buFont typeface="Calibri"/>
              <a:buChar char="–"/>
              <a:defRPr b="0" i="0" sz="1500" u="none" cap="none" strike="noStrike">
                <a:solidFill>
                  <a:schemeClr val="dk1"/>
                </a:solidFill>
                <a:latin typeface="Calibri"/>
                <a:ea typeface="Calibri"/>
                <a:cs typeface="Calibri"/>
                <a:sym typeface="Calibri"/>
              </a:defRPr>
            </a:lvl4pPr>
            <a:lvl5pPr lvl="4" marR="0" rtl="0" algn="l">
              <a:spcBef>
                <a:spcPts val="300"/>
              </a:spcBef>
              <a:spcAft>
                <a:spcPts val="0"/>
              </a:spcAft>
              <a:buClr>
                <a:schemeClr val="dk1"/>
              </a:buClr>
              <a:buSzPts val="1500"/>
              <a:buFont typeface="Calibri"/>
              <a:buChar char="»"/>
              <a:defRPr b="0" i="0" sz="1500" u="none" cap="none" strike="noStrike">
                <a:solidFill>
                  <a:schemeClr val="dk1"/>
                </a:solidFill>
                <a:latin typeface="Calibri"/>
                <a:ea typeface="Calibri"/>
                <a:cs typeface="Calibri"/>
                <a:sym typeface="Calibri"/>
              </a:defRPr>
            </a:lvl5pPr>
            <a:lvl6pPr lvl="5" marR="0" rtl="0" algn="l">
              <a:spcBef>
                <a:spcPts val="225"/>
              </a:spcBef>
              <a:spcAft>
                <a:spcPts val="0"/>
              </a:spcAft>
              <a:buClr>
                <a:schemeClr val="dk1"/>
              </a:buClr>
              <a:buSzPts val="1125"/>
              <a:buFont typeface="Arial"/>
              <a:buChar char="»"/>
              <a:defRPr b="0" i="0" sz="1125" u="none" cap="none" strike="noStrike">
                <a:solidFill>
                  <a:schemeClr val="dk1"/>
                </a:solidFill>
                <a:latin typeface="Arial"/>
                <a:ea typeface="Arial"/>
                <a:cs typeface="Arial"/>
                <a:sym typeface="Arial"/>
              </a:defRPr>
            </a:lvl6pPr>
            <a:lvl7pPr lvl="6" marR="0" rtl="0" algn="l">
              <a:spcBef>
                <a:spcPts val="225"/>
              </a:spcBef>
              <a:spcAft>
                <a:spcPts val="0"/>
              </a:spcAft>
              <a:buClr>
                <a:schemeClr val="dk1"/>
              </a:buClr>
              <a:buSzPts val="1125"/>
              <a:buFont typeface="Arial"/>
              <a:buChar char="»"/>
              <a:defRPr b="0" i="0" sz="1125" u="none" cap="none" strike="noStrike">
                <a:solidFill>
                  <a:schemeClr val="dk1"/>
                </a:solidFill>
                <a:latin typeface="Arial"/>
                <a:ea typeface="Arial"/>
                <a:cs typeface="Arial"/>
                <a:sym typeface="Arial"/>
              </a:defRPr>
            </a:lvl7pPr>
            <a:lvl8pPr lvl="7" marR="0" rtl="0" algn="l">
              <a:spcBef>
                <a:spcPts val="225"/>
              </a:spcBef>
              <a:spcAft>
                <a:spcPts val="0"/>
              </a:spcAft>
              <a:buClr>
                <a:schemeClr val="dk1"/>
              </a:buClr>
              <a:buSzPts val="1125"/>
              <a:buFont typeface="Arial"/>
              <a:buChar char="»"/>
              <a:defRPr b="0" i="0" sz="1125" u="none" cap="none" strike="noStrike">
                <a:solidFill>
                  <a:schemeClr val="dk1"/>
                </a:solidFill>
                <a:latin typeface="Arial"/>
                <a:ea typeface="Arial"/>
                <a:cs typeface="Arial"/>
                <a:sym typeface="Arial"/>
              </a:defRPr>
            </a:lvl8pPr>
            <a:lvl9pPr lvl="8" marR="0" rtl="0" algn="l">
              <a:spcBef>
                <a:spcPts val="225"/>
              </a:spcBef>
              <a:spcAft>
                <a:spcPts val="0"/>
              </a:spcAft>
              <a:buClr>
                <a:schemeClr val="dk1"/>
              </a:buClr>
              <a:buSzPts val="1125"/>
              <a:buFont typeface="Arial"/>
              <a:buChar char="»"/>
              <a:defRPr b="0" i="0" sz="1125" u="none" cap="none" strike="noStrike">
                <a:solidFill>
                  <a:schemeClr val="dk1"/>
                </a:solidFill>
                <a:latin typeface="Arial"/>
                <a:ea typeface="Arial"/>
                <a:cs typeface="Arial"/>
                <a:sym typeface="Arial"/>
              </a:defRPr>
            </a:lvl9pPr>
          </a:lstStyle>
          <a:p/>
        </p:txBody>
      </p:sp>
      <p:sp>
        <p:nvSpPr>
          <p:cNvPr id="110" name="Google Shape;110;p33"/>
          <p:cNvSpPr txBox="1"/>
          <p:nvPr>
            <p:ph idx="1" type="body"/>
          </p:nvPr>
        </p:nvSpPr>
        <p:spPr>
          <a:xfrm>
            <a:off x="4724400" y="1143000"/>
            <a:ext cx="3810000" cy="3543300"/>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354330" lvl="1" marL="914400" algn="l">
              <a:spcBef>
                <a:spcPts val="360"/>
              </a:spcBef>
              <a:spcAft>
                <a:spcPts val="0"/>
              </a:spcAft>
              <a:buSzPts val="1980"/>
              <a:buChar char="▪"/>
              <a:defRPr/>
            </a:lvl2pPr>
            <a:lvl3pPr indent="-320039" lvl="2" marL="1371600" algn="l">
              <a:spcBef>
                <a:spcPts val="360"/>
              </a:spcBef>
              <a:spcAft>
                <a:spcPts val="0"/>
              </a:spcAft>
              <a:buClr>
                <a:schemeClr val="dk1"/>
              </a:buClr>
              <a:buSzPts val="144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1" name="Google Shape;111;p33"/>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1pPr>
            <a:lvl2pPr lvl="1"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9pPr>
          </a:lstStyle>
          <a:p/>
        </p:txBody>
      </p:sp>
      <p:sp>
        <p:nvSpPr>
          <p:cNvPr id="112" name="Google Shape;112;p33"/>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1pPr>
            <a:lvl2pPr lvl="1"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9pPr>
          </a:lstStyle>
          <a:p/>
        </p:txBody>
      </p:sp>
      <p:sp>
        <p:nvSpPr>
          <p:cNvPr id="113" name="Google Shape;113;p33"/>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Arial Narrow"/>
                <a:ea typeface="Arial Narrow"/>
                <a:cs typeface="Arial Narrow"/>
                <a:sym typeface="Arial Narrow"/>
              </a:defRPr>
            </a:lvl1pPr>
            <a:lvl2pPr indent="0" lvl="1" marL="0" marR="0" rtl="0" algn="l">
              <a:spcBef>
                <a:spcPts val="0"/>
              </a:spcBef>
              <a:buNone/>
              <a:defRPr b="0" i="0" sz="1800" u="none" cap="none" strike="noStrike">
                <a:solidFill>
                  <a:schemeClr val="dk1"/>
                </a:solidFill>
                <a:latin typeface="Arial Narrow"/>
                <a:ea typeface="Arial Narrow"/>
                <a:cs typeface="Arial Narrow"/>
                <a:sym typeface="Arial Narrow"/>
              </a:defRPr>
            </a:lvl2pPr>
            <a:lvl3pPr indent="0" lvl="2" marL="0" marR="0" rtl="0" algn="l">
              <a:spcBef>
                <a:spcPts val="0"/>
              </a:spcBef>
              <a:buNone/>
              <a:defRPr b="0" i="0" sz="1800" u="none" cap="none" strike="noStrike">
                <a:solidFill>
                  <a:schemeClr val="dk1"/>
                </a:solidFill>
                <a:latin typeface="Arial Narrow"/>
                <a:ea typeface="Arial Narrow"/>
                <a:cs typeface="Arial Narrow"/>
                <a:sym typeface="Arial Narrow"/>
              </a:defRPr>
            </a:lvl3pPr>
            <a:lvl4pPr indent="0" lvl="3" marL="0" marR="0" rtl="0" algn="l">
              <a:spcBef>
                <a:spcPts val="0"/>
              </a:spcBef>
              <a:buNone/>
              <a:defRPr b="0" i="0" sz="1800" u="none" cap="none" strike="noStrike">
                <a:solidFill>
                  <a:schemeClr val="dk1"/>
                </a:solidFill>
                <a:latin typeface="Arial Narrow"/>
                <a:ea typeface="Arial Narrow"/>
                <a:cs typeface="Arial Narrow"/>
                <a:sym typeface="Arial Narrow"/>
              </a:defRPr>
            </a:lvl4pPr>
            <a:lvl5pPr indent="0" lvl="4" marL="0" marR="0" rtl="0" algn="l">
              <a:spcBef>
                <a:spcPts val="0"/>
              </a:spcBef>
              <a:buNone/>
              <a:defRPr b="0" i="0" sz="1800" u="none" cap="none" strike="noStrike">
                <a:solidFill>
                  <a:schemeClr val="dk1"/>
                </a:solidFill>
                <a:latin typeface="Arial Narrow"/>
                <a:ea typeface="Arial Narrow"/>
                <a:cs typeface="Arial Narrow"/>
                <a:sym typeface="Arial Narrow"/>
              </a:defRPr>
            </a:lvl5pPr>
            <a:lvl6pPr indent="0" lvl="5" marL="0" marR="0" rtl="0" algn="l">
              <a:spcBef>
                <a:spcPts val="0"/>
              </a:spcBef>
              <a:buNone/>
              <a:defRPr b="0" i="0" sz="1800" u="none" cap="none" strike="noStrike">
                <a:solidFill>
                  <a:schemeClr val="dk1"/>
                </a:solidFill>
                <a:latin typeface="Arial Narrow"/>
                <a:ea typeface="Arial Narrow"/>
                <a:cs typeface="Arial Narrow"/>
                <a:sym typeface="Arial Narrow"/>
              </a:defRPr>
            </a:lvl6pPr>
            <a:lvl7pPr indent="0" lvl="6" marL="0" marR="0" rtl="0" algn="l">
              <a:spcBef>
                <a:spcPts val="0"/>
              </a:spcBef>
              <a:buNone/>
              <a:defRPr b="0" i="0" sz="1800" u="none" cap="none" strike="noStrike">
                <a:solidFill>
                  <a:schemeClr val="dk1"/>
                </a:solidFill>
                <a:latin typeface="Arial Narrow"/>
                <a:ea typeface="Arial Narrow"/>
                <a:cs typeface="Arial Narrow"/>
                <a:sym typeface="Arial Narrow"/>
              </a:defRPr>
            </a:lvl7pPr>
            <a:lvl8pPr indent="0" lvl="7" marL="0" marR="0" rtl="0" algn="l">
              <a:spcBef>
                <a:spcPts val="0"/>
              </a:spcBef>
              <a:buNone/>
              <a:defRPr b="0" i="0" sz="1800" u="none" cap="none" strike="noStrike">
                <a:solidFill>
                  <a:schemeClr val="dk1"/>
                </a:solidFill>
                <a:latin typeface="Arial Narrow"/>
                <a:ea typeface="Arial Narrow"/>
                <a:cs typeface="Arial Narrow"/>
                <a:sym typeface="Arial Narrow"/>
              </a:defRPr>
            </a:lvl8pPr>
            <a:lvl9pPr indent="0" lvl="8" marL="0" marR="0" rtl="0" algn="l">
              <a:spcBef>
                <a:spcPts val="0"/>
              </a:spcBef>
              <a:buNone/>
              <a:defRPr b="0" i="0" sz="1800" u="none" cap="none" strike="noStrike">
                <a:solidFill>
                  <a:schemeClr val="dk1"/>
                </a:solidFill>
                <a:latin typeface="Arial Narrow"/>
                <a:ea typeface="Arial Narrow"/>
                <a:cs typeface="Arial Narrow"/>
                <a:sym typeface="Arial Narrow"/>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114" name="Shape 114"/>
        <p:cNvGrpSpPr/>
        <p:nvPr/>
      </p:nvGrpSpPr>
      <p:grpSpPr>
        <a:xfrm>
          <a:off x="0" y="0"/>
          <a:ext cx="0" cy="0"/>
          <a:chOff x="0" y="0"/>
          <a:chExt cx="0" cy="0"/>
        </a:xfrm>
      </p:grpSpPr>
      <p:sp>
        <p:nvSpPr>
          <p:cNvPr id="115" name="Google Shape;115;p34"/>
          <p:cNvSpPr txBox="1"/>
          <p:nvPr>
            <p:ph type="title"/>
          </p:nvPr>
        </p:nvSpPr>
        <p:spPr>
          <a:xfrm>
            <a:off x="762000" y="228600"/>
            <a:ext cx="7924800" cy="857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34"/>
          <p:cNvSpPr txBox="1"/>
          <p:nvPr>
            <p:ph idx="1" type="body"/>
          </p:nvPr>
        </p:nvSpPr>
        <p:spPr>
          <a:xfrm>
            <a:off x="838202" y="1371600"/>
            <a:ext cx="3770313" cy="3429000"/>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354330" lvl="1" marL="914400" algn="l">
              <a:spcBef>
                <a:spcPts val="360"/>
              </a:spcBef>
              <a:spcAft>
                <a:spcPts val="0"/>
              </a:spcAft>
              <a:buSzPts val="1980"/>
              <a:buChar char="▪"/>
              <a:defRPr/>
            </a:lvl2pPr>
            <a:lvl3pPr indent="-320039" lvl="2" marL="1371600" algn="l">
              <a:spcBef>
                <a:spcPts val="360"/>
              </a:spcBef>
              <a:spcAft>
                <a:spcPts val="0"/>
              </a:spcAft>
              <a:buClr>
                <a:schemeClr val="dk1"/>
              </a:buClr>
              <a:buSzPts val="144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7" name="Google Shape;117;p34"/>
          <p:cNvSpPr txBox="1"/>
          <p:nvPr>
            <p:ph idx="2" type="body"/>
          </p:nvPr>
        </p:nvSpPr>
        <p:spPr>
          <a:xfrm>
            <a:off x="4760913" y="1371600"/>
            <a:ext cx="3770312" cy="1657350"/>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354330" lvl="1" marL="914400" algn="l">
              <a:spcBef>
                <a:spcPts val="360"/>
              </a:spcBef>
              <a:spcAft>
                <a:spcPts val="0"/>
              </a:spcAft>
              <a:buSzPts val="1980"/>
              <a:buChar char="▪"/>
              <a:defRPr/>
            </a:lvl2pPr>
            <a:lvl3pPr indent="-320039" lvl="2" marL="1371600" algn="l">
              <a:spcBef>
                <a:spcPts val="360"/>
              </a:spcBef>
              <a:spcAft>
                <a:spcPts val="0"/>
              </a:spcAft>
              <a:buClr>
                <a:schemeClr val="dk1"/>
              </a:buClr>
              <a:buSzPts val="144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8" name="Google Shape;118;p34"/>
          <p:cNvSpPr txBox="1"/>
          <p:nvPr>
            <p:ph idx="3" type="body"/>
          </p:nvPr>
        </p:nvSpPr>
        <p:spPr>
          <a:xfrm>
            <a:off x="4760913" y="3143250"/>
            <a:ext cx="3770312" cy="1657350"/>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354330" lvl="1" marL="914400" algn="l">
              <a:spcBef>
                <a:spcPts val="360"/>
              </a:spcBef>
              <a:spcAft>
                <a:spcPts val="0"/>
              </a:spcAft>
              <a:buSzPts val="1980"/>
              <a:buChar char="▪"/>
              <a:defRPr/>
            </a:lvl2pPr>
            <a:lvl3pPr indent="-320039" lvl="2" marL="1371600" algn="l">
              <a:spcBef>
                <a:spcPts val="360"/>
              </a:spcBef>
              <a:spcAft>
                <a:spcPts val="0"/>
              </a:spcAft>
              <a:buClr>
                <a:schemeClr val="dk1"/>
              </a:buClr>
              <a:buSzPts val="144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9" name="Google Shape;119;p34"/>
          <p:cNvSpPr txBox="1"/>
          <p:nvPr>
            <p:ph idx="10" type="dt"/>
          </p:nvPr>
        </p:nvSpPr>
        <p:spPr>
          <a:xfrm>
            <a:off x="2438402" y="4787901"/>
            <a:ext cx="2130425" cy="3556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1pPr>
            <a:lvl2pPr lvl="1"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9pPr>
          </a:lstStyle>
          <a:p/>
        </p:txBody>
      </p:sp>
      <p:sp>
        <p:nvSpPr>
          <p:cNvPr id="120" name="Google Shape;120;p34"/>
          <p:cNvSpPr txBox="1"/>
          <p:nvPr>
            <p:ph idx="11" type="ftr"/>
          </p:nvPr>
        </p:nvSpPr>
        <p:spPr>
          <a:xfrm>
            <a:off x="5791200" y="4787901"/>
            <a:ext cx="2897188" cy="3556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1pPr>
            <a:lvl2pPr lvl="1"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9pPr>
          </a:lstStyle>
          <a:p/>
        </p:txBody>
      </p:sp>
      <p:sp>
        <p:nvSpPr>
          <p:cNvPr id="121" name="Google Shape;121;p34"/>
          <p:cNvSpPr txBox="1"/>
          <p:nvPr>
            <p:ph idx="12" type="sldNum"/>
          </p:nvPr>
        </p:nvSpPr>
        <p:spPr>
          <a:xfrm>
            <a:off x="2" y="4776789"/>
            <a:ext cx="587375" cy="366712"/>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Arial Narrow"/>
                <a:ea typeface="Arial Narrow"/>
                <a:cs typeface="Arial Narrow"/>
                <a:sym typeface="Arial Narrow"/>
              </a:defRPr>
            </a:lvl1pPr>
            <a:lvl2pPr indent="0" lvl="1" marL="0" marR="0" rtl="0" algn="l">
              <a:spcBef>
                <a:spcPts val="0"/>
              </a:spcBef>
              <a:buNone/>
              <a:defRPr b="0" i="0" sz="1800" u="none" cap="none" strike="noStrike">
                <a:solidFill>
                  <a:schemeClr val="dk1"/>
                </a:solidFill>
                <a:latin typeface="Arial Narrow"/>
                <a:ea typeface="Arial Narrow"/>
                <a:cs typeface="Arial Narrow"/>
                <a:sym typeface="Arial Narrow"/>
              </a:defRPr>
            </a:lvl2pPr>
            <a:lvl3pPr indent="0" lvl="2" marL="0" marR="0" rtl="0" algn="l">
              <a:spcBef>
                <a:spcPts val="0"/>
              </a:spcBef>
              <a:buNone/>
              <a:defRPr b="0" i="0" sz="1800" u="none" cap="none" strike="noStrike">
                <a:solidFill>
                  <a:schemeClr val="dk1"/>
                </a:solidFill>
                <a:latin typeface="Arial Narrow"/>
                <a:ea typeface="Arial Narrow"/>
                <a:cs typeface="Arial Narrow"/>
                <a:sym typeface="Arial Narrow"/>
              </a:defRPr>
            </a:lvl3pPr>
            <a:lvl4pPr indent="0" lvl="3" marL="0" marR="0" rtl="0" algn="l">
              <a:spcBef>
                <a:spcPts val="0"/>
              </a:spcBef>
              <a:buNone/>
              <a:defRPr b="0" i="0" sz="1800" u="none" cap="none" strike="noStrike">
                <a:solidFill>
                  <a:schemeClr val="dk1"/>
                </a:solidFill>
                <a:latin typeface="Arial Narrow"/>
                <a:ea typeface="Arial Narrow"/>
                <a:cs typeface="Arial Narrow"/>
                <a:sym typeface="Arial Narrow"/>
              </a:defRPr>
            </a:lvl4pPr>
            <a:lvl5pPr indent="0" lvl="4" marL="0" marR="0" rtl="0" algn="l">
              <a:spcBef>
                <a:spcPts val="0"/>
              </a:spcBef>
              <a:buNone/>
              <a:defRPr b="0" i="0" sz="1800" u="none" cap="none" strike="noStrike">
                <a:solidFill>
                  <a:schemeClr val="dk1"/>
                </a:solidFill>
                <a:latin typeface="Arial Narrow"/>
                <a:ea typeface="Arial Narrow"/>
                <a:cs typeface="Arial Narrow"/>
                <a:sym typeface="Arial Narrow"/>
              </a:defRPr>
            </a:lvl5pPr>
            <a:lvl6pPr indent="0" lvl="5" marL="0" marR="0" rtl="0" algn="l">
              <a:spcBef>
                <a:spcPts val="0"/>
              </a:spcBef>
              <a:buNone/>
              <a:defRPr b="0" i="0" sz="1800" u="none" cap="none" strike="noStrike">
                <a:solidFill>
                  <a:schemeClr val="dk1"/>
                </a:solidFill>
                <a:latin typeface="Arial Narrow"/>
                <a:ea typeface="Arial Narrow"/>
                <a:cs typeface="Arial Narrow"/>
                <a:sym typeface="Arial Narrow"/>
              </a:defRPr>
            </a:lvl6pPr>
            <a:lvl7pPr indent="0" lvl="6" marL="0" marR="0" rtl="0" algn="l">
              <a:spcBef>
                <a:spcPts val="0"/>
              </a:spcBef>
              <a:buNone/>
              <a:defRPr b="0" i="0" sz="1800" u="none" cap="none" strike="noStrike">
                <a:solidFill>
                  <a:schemeClr val="dk1"/>
                </a:solidFill>
                <a:latin typeface="Arial Narrow"/>
                <a:ea typeface="Arial Narrow"/>
                <a:cs typeface="Arial Narrow"/>
                <a:sym typeface="Arial Narrow"/>
              </a:defRPr>
            </a:lvl7pPr>
            <a:lvl8pPr indent="0" lvl="7" marL="0" marR="0" rtl="0" algn="l">
              <a:spcBef>
                <a:spcPts val="0"/>
              </a:spcBef>
              <a:buNone/>
              <a:defRPr b="0" i="0" sz="1800" u="none" cap="none" strike="noStrike">
                <a:solidFill>
                  <a:schemeClr val="dk1"/>
                </a:solidFill>
                <a:latin typeface="Arial Narrow"/>
                <a:ea typeface="Arial Narrow"/>
                <a:cs typeface="Arial Narrow"/>
                <a:sym typeface="Arial Narrow"/>
              </a:defRPr>
            </a:lvl8pPr>
            <a:lvl9pPr indent="0" lvl="8" marL="0" marR="0" rtl="0" algn="l">
              <a:spcBef>
                <a:spcPts val="0"/>
              </a:spcBef>
              <a:buNone/>
              <a:defRPr b="0" i="0" sz="1800" u="none" cap="none" strike="noStrike">
                <a:solidFill>
                  <a:schemeClr val="dk1"/>
                </a:solidFill>
                <a:latin typeface="Arial Narrow"/>
                <a:ea typeface="Arial Narrow"/>
                <a:cs typeface="Arial Narrow"/>
                <a:sym typeface="Arial Narrow"/>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showMasterSp="0">
  <p:cSld name="5_Title and Content">
    <p:spTree>
      <p:nvGrpSpPr>
        <p:cNvPr id="122" name="Shape 122"/>
        <p:cNvGrpSpPr/>
        <p:nvPr/>
      </p:nvGrpSpPr>
      <p:grpSpPr>
        <a:xfrm>
          <a:off x="0" y="0"/>
          <a:ext cx="0" cy="0"/>
          <a:chOff x="0" y="0"/>
          <a:chExt cx="0" cy="0"/>
        </a:xfrm>
      </p:grpSpPr>
      <p:sp>
        <p:nvSpPr>
          <p:cNvPr id="123" name="Google Shape;123;p35"/>
          <p:cNvSpPr txBox="1"/>
          <p:nvPr>
            <p:ph type="title"/>
          </p:nvPr>
        </p:nvSpPr>
        <p:spPr>
          <a:xfrm>
            <a:off x="389436" y="171450"/>
            <a:ext cx="8363938" cy="45704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35"/>
          <p:cNvSpPr txBox="1"/>
          <p:nvPr>
            <p:ph idx="1" type="body"/>
          </p:nvPr>
        </p:nvSpPr>
        <p:spPr>
          <a:xfrm>
            <a:off x="389436" y="1085850"/>
            <a:ext cx="8363937" cy="1523494"/>
          </a:xfrm>
          <a:prstGeom prst="rect">
            <a:avLst/>
          </a:prstGeom>
          <a:noFill/>
          <a:ln>
            <a:noFill/>
          </a:ln>
        </p:spPr>
        <p:txBody>
          <a:bodyPr anchorCtr="0" anchor="t" bIns="45700" lIns="91425" spcFirstLastPara="1" rIns="91425" wrap="square" tIns="45700">
            <a:spAutoFit/>
          </a:bodyPr>
          <a:lstStyle>
            <a:lvl1pPr indent="-308610" lvl="0" marL="457200" algn="l">
              <a:spcBef>
                <a:spcPts val="420"/>
              </a:spcBef>
              <a:spcAft>
                <a:spcPts val="0"/>
              </a:spcAft>
              <a:buSzPts val="1260"/>
              <a:buFont typeface="Arial"/>
              <a:buChar char="•"/>
              <a:defRPr/>
            </a:lvl1pPr>
            <a:lvl2pPr indent="-333375" lvl="1" marL="914400" algn="l">
              <a:spcBef>
                <a:spcPts val="300"/>
              </a:spcBef>
              <a:spcAft>
                <a:spcPts val="0"/>
              </a:spcAft>
              <a:buSzPts val="1650"/>
              <a:buFont typeface="Arial"/>
              <a:buChar char="•"/>
              <a:defRPr/>
            </a:lvl2pPr>
            <a:lvl3pPr indent="-304800" lvl="2" marL="1371600" algn="l">
              <a:spcBef>
                <a:spcPts val="300"/>
              </a:spcBef>
              <a:spcAft>
                <a:spcPts val="0"/>
              </a:spcAft>
              <a:buClr>
                <a:schemeClr val="dk1"/>
              </a:buClr>
              <a:buSzPts val="1200"/>
              <a:buFont typeface="Arial"/>
              <a:buChar char="•"/>
              <a:defRPr/>
            </a:lvl3pPr>
            <a:lvl4pPr indent="-323850" lvl="3" marL="1828800" algn="l">
              <a:spcBef>
                <a:spcPts val="300"/>
              </a:spcBef>
              <a:spcAft>
                <a:spcPts val="0"/>
              </a:spcAft>
              <a:buClr>
                <a:schemeClr val="dk1"/>
              </a:buClr>
              <a:buSzPts val="1500"/>
              <a:buFont typeface="Arial"/>
              <a:buChar char="•"/>
              <a:defRPr/>
            </a:lvl4pPr>
            <a:lvl5pPr indent="-323850" lvl="4" marL="2286000" algn="l">
              <a:spcBef>
                <a:spcPts val="300"/>
              </a:spcBef>
              <a:spcAft>
                <a:spcPts val="0"/>
              </a:spcAft>
              <a:buClr>
                <a:schemeClr val="dk1"/>
              </a:buClr>
              <a:buSzPts val="1500"/>
              <a:buFont typeface="Arial"/>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5" name="Google Shape;125;p35"/>
          <p:cNvSpPr/>
          <p:nvPr/>
        </p:nvSpPr>
        <p:spPr>
          <a:xfrm>
            <a:off x="0" y="4925505"/>
            <a:ext cx="1252266" cy="219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25" u="none" cap="none" strike="noStrike">
                <a:solidFill>
                  <a:srgbClr val="FFFFFF"/>
                </a:solidFill>
                <a:latin typeface="Quattrocento Sans"/>
                <a:ea typeface="Quattrocento Sans"/>
                <a:cs typeface="Quattrocento Sans"/>
                <a:sym typeface="Quattrocento Sans"/>
              </a:rPr>
              <a:t>www.buildwindows.com</a:t>
            </a:r>
            <a:endParaRPr/>
          </a:p>
        </p:txBody>
      </p:sp>
      <p:sp>
        <p:nvSpPr>
          <p:cNvPr id="126" name="Google Shape;126;p35"/>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Narrow"/>
                <a:ea typeface="Arial Narrow"/>
                <a:cs typeface="Arial Narrow"/>
                <a:sym typeface="Arial Narrow"/>
              </a:defRPr>
            </a:lvl1pPr>
            <a:lvl2pPr lvl="1"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9pPr>
          </a:lstStyle>
          <a:p/>
        </p:txBody>
      </p:sp>
      <p:sp>
        <p:nvSpPr>
          <p:cNvPr id="127" name="Google Shape;127;p35"/>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Narrow"/>
                <a:ea typeface="Arial Narrow"/>
                <a:cs typeface="Arial Narrow"/>
                <a:sym typeface="Arial Narrow"/>
              </a:defRPr>
            </a:lvl1pPr>
            <a:lvl2pPr indent="0" lvl="1" marL="0" marR="0" rtl="0" algn="l">
              <a:spcBef>
                <a:spcPts val="0"/>
              </a:spcBef>
              <a:buNone/>
              <a:defRPr sz="1800">
                <a:solidFill>
                  <a:schemeClr val="dk1"/>
                </a:solidFill>
                <a:latin typeface="Arial Narrow"/>
                <a:ea typeface="Arial Narrow"/>
                <a:cs typeface="Arial Narrow"/>
                <a:sym typeface="Arial Narrow"/>
              </a:defRPr>
            </a:lvl2pPr>
            <a:lvl3pPr indent="0" lvl="2" marL="0" marR="0" rtl="0" algn="l">
              <a:spcBef>
                <a:spcPts val="0"/>
              </a:spcBef>
              <a:buNone/>
              <a:defRPr sz="1800">
                <a:solidFill>
                  <a:schemeClr val="dk1"/>
                </a:solidFill>
                <a:latin typeface="Arial Narrow"/>
                <a:ea typeface="Arial Narrow"/>
                <a:cs typeface="Arial Narrow"/>
                <a:sym typeface="Arial Narrow"/>
              </a:defRPr>
            </a:lvl3pPr>
            <a:lvl4pPr indent="0" lvl="3" marL="0" marR="0" rtl="0" algn="l">
              <a:spcBef>
                <a:spcPts val="0"/>
              </a:spcBef>
              <a:buNone/>
              <a:defRPr sz="1800">
                <a:solidFill>
                  <a:schemeClr val="dk1"/>
                </a:solidFill>
                <a:latin typeface="Arial Narrow"/>
                <a:ea typeface="Arial Narrow"/>
                <a:cs typeface="Arial Narrow"/>
                <a:sym typeface="Arial Narrow"/>
              </a:defRPr>
            </a:lvl4pPr>
            <a:lvl5pPr indent="0" lvl="4" marL="0" marR="0" rtl="0" algn="l">
              <a:spcBef>
                <a:spcPts val="0"/>
              </a:spcBef>
              <a:buNone/>
              <a:defRPr sz="1800">
                <a:solidFill>
                  <a:schemeClr val="dk1"/>
                </a:solidFill>
                <a:latin typeface="Arial Narrow"/>
                <a:ea typeface="Arial Narrow"/>
                <a:cs typeface="Arial Narrow"/>
                <a:sym typeface="Arial Narrow"/>
              </a:defRPr>
            </a:lvl5pPr>
            <a:lvl6pPr indent="0" lvl="5" marL="0" marR="0" rtl="0" algn="l">
              <a:spcBef>
                <a:spcPts val="0"/>
              </a:spcBef>
              <a:buNone/>
              <a:defRPr sz="1800">
                <a:solidFill>
                  <a:schemeClr val="dk1"/>
                </a:solidFill>
                <a:latin typeface="Arial Narrow"/>
                <a:ea typeface="Arial Narrow"/>
                <a:cs typeface="Arial Narrow"/>
                <a:sym typeface="Arial Narrow"/>
              </a:defRPr>
            </a:lvl6pPr>
            <a:lvl7pPr indent="0" lvl="6" marL="0" marR="0" rtl="0" algn="l">
              <a:spcBef>
                <a:spcPts val="0"/>
              </a:spcBef>
              <a:buNone/>
              <a:defRPr sz="1800">
                <a:solidFill>
                  <a:schemeClr val="dk1"/>
                </a:solidFill>
                <a:latin typeface="Arial Narrow"/>
                <a:ea typeface="Arial Narrow"/>
                <a:cs typeface="Arial Narrow"/>
                <a:sym typeface="Arial Narrow"/>
              </a:defRPr>
            </a:lvl7pPr>
            <a:lvl8pPr indent="0" lvl="7" marL="0" marR="0" rtl="0" algn="l">
              <a:spcBef>
                <a:spcPts val="0"/>
              </a:spcBef>
              <a:buNone/>
              <a:defRPr sz="1800">
                <a:solidFill>
                  <a:schemeClr val="dk1"/>
                </a:solidFill>
                <a:latin typeface="Arial Narrow"/>
                <a:ea typeface="Arial Narrow"/>
                <a:cs typeface="Arial Narrow"/>
                <a:sym typeface="Arial Narrow"/>
              </a:defRPr>
            </a:lvl8pPr>
            <a:lvl9pPr indent="0" lvl="8" marL="0" marR="0" rtl="0" algn="l">
              <a:spcBef>
                <a:spcPts val="0"/>
              </a:spcBef>
              <a:buNone/>
              <a:defRPr sz="1800">
                <a:solidFill>
                  <a:schemeClr val="dk1"/>
                </a:solidFill>
                <a:latin typeface="Arial Narrow"/>
                <a:ea typeface="Arial Narrow"/>
                <a:cs typeface="Arial Narrow"/>
                <a:sym typeface="Arial Narrow"/>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showMasterSp="0">
  <p:cSld name="4_Title slide">
    <p:spTree>
      <p:nvGrpSpPr>
        <p:cNvPr id="128" name="Shape 128"/>
        <p:cNvGrpSpPr/>
        <p:nvPr/>
      </p:nvGrpSpPr>
      <p:grpSpPr>
        <a:xfrm>
          <a:off x="0" y="0"/>
          <a:ext cx="0" cy="0"/>
          <a:chOff x="0" y="0"/>
          <a:chExt cx="0" cy="0"/>
        </a:xfrm>
      </p:grpSpPr>
      <p:sp>
        <p:nvSpPr>
          <p:cNvPr id="129" name="Google Shape;129;p36"/>
          <p:cNvSpPr txBox="1"/>
          <p:nvPr>
            <p:ph idx="1" type="subTitle"/>
          </p:nvPr>
        </p:nvSpPr>
        <p:spPr>
          <a:xfrm>
            <a:off x="460722" y="4233090"/>
            <a:ext cx="7182892" cy="276226"/>
          </a:xfrm>
          <a:prstGeom prst="rect">
            <a:avLst/>
          </a:prstGeom>
          <a:noFill/>
          <a:ln>
            <a:noFill/>
          </a:ln>
        </p:spPr>
        <p:txBody>
          <a:bodyPr anchorCtr="0" anchor="t" bIns="45700" lIns="0" spcFirstLastPara="1" rIns="91425" wrap="square" tIns="45700">
            <a:noAutofit/>
          </a:bodyPr>
          <a:lstStyle>
            <a:lvl1pPr lvl="0" algn="l">
              <a:spcBef>
                <a:spcPts val="300"/>
              </a:spcBef>
              <a:spcAft>
                <a:spcPts val="0"/>
              </a:spcAft>
              <a:buSzPts val="900"/>
              <a:buNone/>
              <a:defRPr b="1" sz="1500" cap="none">
                <a:solidFill>
                  <a:srgbClr val="3F3F3F"/>
                </a:solidFill>
                <a:latin typeface="Quattrocento Sans"/>
                <a:ea typeface="Quattrocento Sans"/>
                <a:cs typeface="Quattrocento Sans"/>
                <a:sym typeface="Quattrocento Sans"/>
              </a:defRPr>
            </a:lvl1pPr>
            <a:lvl2pPr lvl="1" algn="ctr">
              <a:spcBef>
                <a:spcPts val="300"/>
              </a:spcBef>
              <a:spcAft>
                <a:spcPts val="0"/>
              </a:spcAft>
              <a:buSzPts val="1650"/>
              <a:buNone/>
              <a:defRPr>
                <a:solidFill>
                  <a:srgbClr val="888888"/>
                </a:solidFill>
              </a:defRPr>
            </a:lvl2pPr>
            <a:lvl3pPr lvl="2" algn="ctr">
              <a:spcBef>
                <a:spcPts val="300"/>
              </a:spcBef>
              <a:spcAft>
                <a:spcPts val="0"/>
              </a:spcAft>
              <a:buClr>
                <a:srgbClr val="888888"/>
              </a:buClr>
              <a:buSzPts val="1200"/>
              <a:buNone/>
              <a:defRPr>
                <a:solidFill>
                  <a:srgbClr val="888888"/>
                </a:solidFill>
              </a:defRPr>
            </a:lvl3pPr>
            <a:lvl4pPr lvl="3" algn="ctr">
              <a:spcBef>
                <a:spcPts val="300"/>
              </a:spcBef>
              <a:spcAft>
                <a:spcPts val="0"/>
              </a:spcAft>
              <a:buClr>
                <a:srgbClr val="888888"/>
              </a:buClr>
              <a:buSzPts val="1500"/>
              <a:buFont typeface="Calibri"/>
              <a:buNone/>
              <a:defRPr>
                <a:solidFill>
                  <a:srgbClr val="888888"/>
                </a:solidFill>
              </a:defRPr>
            </a:lvl4pPr>
            <a:lvl5pPr lvl="4" algn="ctr">
              <a:spcBef>
                <a:spcPts val="300"/>
              </a:spcBef>
              <a:spcAft>
                <a:spcPts val="0"/>
              </a:spcAft>
              <a:buClr>
                <a:srgbClr val="888888"/>
              </a:buClr>
              <a:buSzPts val="1500"/>
              <a:buFont typeface="Calibri"/>
              <a:buNone/>
              <a:defRPr>
                <a:solidFill>
                  <a:srgbClr val="888888"/>
                </a:solidFill>
              </a:defRPr>
            </a:lvl5pPr>
            <a:lvl6pPr lvl="5" algn="ctr">
              <a:spcBef>
                <a:spcPts val="225"/>
              </a:spcBef>
              <a:spcAft>
                <a:spcPts val="0"/>
              </a:spcAft>
              <a:buClr>
                <a:srgbClr val="888888"/>
              </a:buClr>
              <a:buSzPts val="1125"/>
              <a:buFont typeface="Arial"/>
              <a:buNone/>
              <a:defRPr>
                <a:solidFill>
                  <a:srgbClr val="888888"/>
                </a:solidFill>
              </a:defRPr>
            </a:lvl6pPr>
            <a:lvl7pPr lvl="6" algn="ctr">
              <a:spcBef>
                <a:spcPts val="225"/>
              </a:spcBef>
              <a:spcAft>
                <a:spcPts val="0"/>
              </a:spcAft>
              <a:buClr>
                <a:srgbClr val="888888"/>
              </a:buClr>
              <a:buSzPts val="1125"/>
              <a:buFont typeface="Arial"/>
              <a:buNone/>
              <a:defRPr>
                <a:solidFill>
                  <a:srgbClr val="888888"/>
                </a:solidFill>
              </a:defRPr>
            </a:lvl7pPr>
            <a:lvl8pPr lvl="7" algn="ctr">
              <a:spcBef>
                <a:spcPts val="225"/>
              </a:spcBef>
              <a:spcAft>
                <a:spcPts val="0"/>
              </a:spcAft>
              <a:buClr>
                <a:srgbClr val="888888"/>
              </a:buClr>
              <a:buSzPts val="1125"/>
              <a:buFont typeface="Arial"/>
              <a:buNone/>
              <a:defRPr>
                <a:solidFill>
                  <a:srgbClr val="888888"/>
                </a:solidFill>
              </a:defRPr>
            </a:lvl8pPr>
            <a:lvl9pPr lvl="8" algn="ctr">
              <a:spcBef>
                <a:spcPts val="225"/>
              </a:spcBef>
              <a:spcAft>
                <a:spcPts val="0"/>
              </a:spcAft>
              <a:buClr>
                <a:srgbClr val="888888"/>
              </a:buClr>
              <a:buSzPts val="1125"/>
              <a:buFont typeface="Arial"/>
              <a:buNone/>
              <a:defRPr>
                <a:solidFill>
                  <a:srgbClr val="888888"/>
                </a:solidFill>
              </a:defRPr>
            </a:lvl9pPr>
          </a:lstStyle>
          <a:p/>
        </p:txBody>
      </p:sp>
      <p:sp>
        <p:nvSpPr>
          <p:cNvPr id="130" name="Google Shape;130;p36"/>
          <p:cNvSpPr txBox="1"/>
          <p:nvPr>
            <p:ph idx="2" type="body"/>
          </p:nvPr>
        </p:nvSpPr>
        <p:spPr>
          <a:xfrm>
            <a:off x="460722" y="4477565"/>
            <a:ext cx="7182892" cy="467766"/>
          </a:xfrm>
          <a:prstGeom prst="rect">
            <a:avLst/>
          </a:prstGeom>
          <a:noFill/>
          <a:ln>
            <a:noFill/>
          </a:ln>
        </p:spPr>
        <p:txBody>
          <a:bodyPr anchorCtr="0" anchor="t" bIns="45700" lIns="0" spcFirstLastPara="1" rIns="91425" wrap="square" tIns="45700">
            <a:normAutofit/>
          </a:bodyPr>
          <a:lstStyle>
            <a:lvl1pPr indent="-228600" lvl="0" marL="457200" algn="l">
              <a:lnSpc>
                <a:spcPct val="70000"/>
              </a:lnSpc>
              <a:spcBef>
                <a:spcPts val="240"/>
              </a:spcBef>
              <a:spcAft>
                <a:spcPts val="0"/>
              </a:spcAft>
              <a:buSzPts val="72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228600" lvl="1" marL="914400" algn="l">
              <a:spcBef>
                <a:spcPts val="300"/>
              </a:spcBef>
              <a:spcAft>
                <a:spcPts val="0"/>
              </a:spcAft>
              <a:buSzPts val="1650"/>
              <a:buFont typeface="Calibri"/>
              <a:buNone/>
              <a:defRPr/>
            </a:lvl2pPr>
            <a:lvl3pPr indent="-228600" lvl="2" marL="1371600" algn="l">
              <a:spcBef>
                <a:spcPts val="300"/>
              </a:spcBef>
              <a:spcAft>
                <a:spcPts val="0"/>
              </a:spcAft>
              <a:buClr>
                <a:schemeClr val="dk1"/>
              </a:buClr>
              <a:buSzPts val="1200"/>
              <a:buFont typeface="Calibri"/>
              <a:buNone/>
              <a:defRPr/>
            </a:lvl3pPr>
            <a:lvl4pPr indent="-228600" lvl="3" marL="1828800" algn="l">
              <a:spcBef>
                <a:spcPts val="300"/>
              </a:spcBef>
              <a:spcAft>
                <a:spcPts val="0"/>
              </a:spcAft>
              <a:buClr>
                <a:schemeClr val="dk1"/>
              </a:buClr>
              <a:buSzPts val="1500"/>
              <a:buFont typeface="Calibri"/>
              <a:buNone/>
              <a:defRPr/>
            </a:lvl4pPr>
            <a:lvl5pPr indent="-228600" lvl="4" marL="2286000" algn="l">
              <a:spcBef>
                <a:spcPts val="300"/>
              </a:spcBef>
              <a:spcAft>
                <a:spcPts val="0"/>
              </a:spcAft>
              <a:buClr>
                <a:schemeClr val="dk1"/>
              </a:buClr>
              <a:buSzPts val="1500"/>
              <a:buFont typeface="Calibri"/>
              <a:buNone/>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1" name="Google Shape;131;p36"/>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Narrow"/>
                <a:ea typeface="Arial Narrow"/>
                <a:cs typeface="Arial Narrow"/>
                <a:sym typeface="Arial Narrow"/>
              </a:defRPr>
            </a:lvl1pPr>
            <a:lvl2pPr lvl="1"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9pPr>
          </a:lstStyle>
          <a:p/>
        </p:txBody>
      </p:sp>
      <p:sp>
        <p:nvSpPr>
          <p:cNvPr id="132" name="Google Shape;132;p36"/>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Narrow"/>
                <a:ea typeface="Arial Narrow"/>
                <a:cs typeface="Arial Narrow"/>
                <a:sym typeface="Arial Narrow"/>
              </a:defRPr>
            </a:lvl1pPr>
            <a:lvl2pPr indent="0" lvl="1" marL="0" marR="0" rtl="0" algn="l">
              <a:spcBef>
                <a:spcPts val="0"/>
              </a:spcBef>
              <a:buNone/>
              <a:defRPr sz="1800">
                <a:solidFill>
                  <a:schemeClr val="dk1"/>
                </a:solidFill>
                <a:latin typeface="Arial Narrow"/>
                <a:ea typeface="Arial Narrow"/>
                <a:cs typeface="Arial Narrow"/>
                <a:sym typeface="Arial Narrow"/>
              </a:defRPr>
            </a:lvl2pPr>
            <a:lvl3pPr indent="0" lvl="2" marL="0" marR="0" rtl="0" algn="l">
              <a:spcBef>
                <a:spcPts val="0"/>
              </a:spcBef>
              <a:buNone/>
              <a:defRPr sz="1800">
                <a:solidFill>
                  <a:schemeClr val="dk1"/>
                </a:solidFill>
                <a:latin typeface="Arial Narrow"/>
                <a:ea typeface="Arial Narrow"/>
                <a:cs typeface="Arial Narrow"/>
                <a:sym typeface="Arial Narrow"/>
              </a:defRPr>
            </a:lvl3pPr>
            <a:lvl4pPr indent="0" lvl="3" marL="0" marR="0" rtl="0" algn="l">
              <a:spcBef>
                <a:spcPts val="0"/>
              </a:spcBef>
              <a:buNone/>
              <a:defRPr sz="1800">
                <a:solidFill>
                  <a:schemeClr val="dk1"/>
                </a:solidFill>
                <a:latin typeface="Arial Narrow"/>
                <a:ea typeface="Arial Narrow"/>
                <a:cs typeface="Arial Narrow"/>
                <a:sym typeface="Arial Narrow"/>
              </a:defRPr>
            </a:lvl4pPr>
            <a:lvl5pPr indent="0" lvl="4" marL="0" marR="0" rtl="0" algn="l">
              <a:spcBef>
                <a:spcPts val="0"/>
              </a:spcBef>
              <a:buNone/>
              <a:defRPr sz="1800">
                <a:solidFill>
                  <a:schemeClr val="dk1"/>
                </a:solidFill>
                <a:latin typeface="Arial Narrow"/>
                <a:ea typeface="Arial Narrow"/>
                <a:cs typeface="Arial Narrow"/>
                <a:sym typeface="Arial Narrow"/>
              </a:defRPr>
            </a:lvl5pPr>
            <a:lvl6pPr indent="0" lvl="5" marL="0" marR="0" rtl="0" algn="l">
              <a:spcBef>
                <a:spcPts val="0"/>
              </a:spcBef>
              <a:buNone/>
              <a:defRPr sz="1800">
                <a:solidFill>
                  <a:schemeClr val="dk1"/>
                </a:solidFill>
                <a:latin typeface="Arial Narrow"/>
                <a:ea typeface="Arial Narrow"/>
                <a:cs typeface="Arial Narrow"/>
                <a:sym typeface="Arial Narrow"/>
              </a:defRPr>
            </a:lvl6pPr>
            <a:lvl7pPr indent="0" lvl="6" marL="0" marR="0" rtl="0" algn="l">
              <a:spcBef>
                <a:spcPts val="0"/>
              </a:spcBef>
              <a:buNone/>
              <a:defRPr sz="1800">
                <a:solidFill>
                  <a:schemeClr val="dk1"/>
                </a:solidFill>
                <a:latin typeface="Arial Narrow"/>
                <a:ea typeface="Arial Narrow"/>
                <a:cs typeface="Arial Narrow"/>
                <a:sym typeface="Arial Narrow"/>
              </a:defRPr>
            </a:lvl7pPr>
            <a:lvl8pPr indent="0" lvl="7" marL="0" marR="0" rtl="0" algn="l">
              <a:spcBef>
                <a:spcPts val="0"/>
              </a:spcBef>
              <a:buNone/>
              <a:defRPr sz="1800">
                <a:solidFill>
                  <a:schemeClr val="dk1"/>
                </a:solidFill>
                <a:latin typeface="Arial Narrow"/>
                <a:ea typeface="Arial Narrow"/>
                <a:cs typeface="Arial Narrow"/>
                <a:sym typeface="Arial Narrow"/>
              </a:defRPr>
            </a:lvl8pPr>
            <a:lvl9pPr indent="0" lvl="8" marL="0" marR="0" rtl="0" algn="l">
              <a:spcBef>
                <a:spcPts val="0"/>
              </a:spcBef>
              <a:buNone/>
              <a:defRPr sz="1800">
                <a:solidFill>
                  <a:schemeClr val="dk1"/>
                </a:solidFill>
                <a:latin typeface="Arial Narrow"/>
                <a:ea typeface="Arial Narrow"/>
                <a:cs typeface="Arial Narrow"/>
                <a:sym typeface="Arial Narrow"/>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and Content" showMasterSp="0">
  <p:cSld name="10_Title and Content">
    <p:spTree>
      <p:nvGrpSpPr>
        <p:cNvPr id="133" name="Shape 133"/>
        <p:cNvGrpSpPr/>
        <p:nvPr/>
      </p:nvGrpSpPr>
      <p:grpSpPr>
        <a:xfrm>
          <a:off x="0" y="0"/>
          <a:ext cx="0" cy="0"/>
          <a:chOff x="0" y="0"/>
          <a:chExt cx="0" cy="0"/>
        </a:xfrm>
      </p:grpSpPr>
      <p:sp>
        <p:nvSpPr>
          <p:cNvPr id="134" name="Google Shape;134;p37"/>
          <p:cNvSpPr txBox="1"/>
          <p:nvPr>
            <p:ph type="title"/>
          </p:nvPr>
        </p:nvSpPr>
        <p:spPr>
          <a:xfrm>
            <a:off x="389436" y="171450"/>
            <a:ext cx="8363938" cy="45704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37"/>
          <p:cNvSpPr txBox="1"/>
          <p:nvPr>
            <p:ph idx="1" type="body"/>
          </p:nvPr>
        </p:nvSpPr>
        <p:spPr>
          <a:xfrm>
            <a:off x="389436" y="1085850"/>
            <a:ext cx="8363937" cy="1523494"/>
          </a:xfrm>
          <a:prstGeom prst="rect">
            <a:avLst/>
          </a:prstGeom>
          <a:noFill/>
          <a:ln>
            <a:noFill/>
          </a:ln>
        </p:spPr>
        <p:txBody>
          <a:bodyPr anchorCtr="0" anchor="t" bIns="45700" lIns="91425" spcFirstLastPara="1" rIns="91425" wrap="square" tIns="45700">
            <a:spAutoFit/>
          </a:bodyPr>
          <a:lstStyle>
            <a:lvl1pPr indent="-308610" lvl="0" marL="457200" algn="l">
              <a:spcBef>
                <a:spcPts val="420"/>
              </a:spcBef>
              <a:spcAft>
                <a:spcPts val="0"/>
              </a:spcAft>
              <a:buSzPts val="1260"/>
              <a:buFont typeface="Arial"/>
              <a:buChar char="•"/>
              <a:defRPr/>
            </a:lvl1pPr>
            <a:lvl2pPr indent="-333375" lvl="1" marL="914400" algn="l">
              <a:spcBef>
                <a:spcPts val="300"/>
              </a:spcBef>
              <a:spcAft>
                <a:spcPts val="0"/>
              </a:spcAft>
              <a:buSzPts val="1650"/>
              <a:buFont typeface="Arial"/>
              <a:buChar char="•"/>
              <a:defRPr/>
            </a:lvl2pPr>
            <a:lvl3pPr indent="-304800" lvl="2" marL="1371600" algn="l">
              <a:spcBef>
                <a:spcPts val="300"/>
              </a:spcBef>
              <a:spcAft>
                <a:spcPts val="0"/>
              </a:spcAft>
              <a:buClr>
                <a:schemeClr val="dk1"/>
              </a:buClr>
              <a:buSzPts val="1200"/>
              <a:buFont typeface="Arial"/>
              <a:buChar char="•"/>
              <a:defRPr/>
            </a:lvl3pPr>
            <a:lvl4pPr indent="-323850" lvl="3" marL="1828800" algn="l">
              <a:spcBef>
                <a:spcPts val="300"/>
              </a:spcBef>
              <a:spcAft>
                <a:spcPts val="0"/>
              </a:spcAft>
              <a:buClr>
                <a:schemeClr val="dk1"/>
              </a:buClr>
              <a:buSzPts val="1500"/>
              <a:buFont typeface="Arial"/>
              <a:buChar char="•"/>
              <a:defRPr/>
            </a:lvl4pPr>
            <a:lvl5pPr indent="-323850" lvl="4" marL="2286000" algn="l">
              <a:spcBef>
                <a:spcPts val="300"/>
              </a:spcBef>
              <a:spcAft>
                <a:spcPts val="0"/>
              </a:spcAft>
              <a:buClr>
                <a:schemeClr val="dk1"/>
              </a:buClr>
              <a:buSzPts val="1500"/>
              <a:buFont typeface="Arial"/>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6" name="Google Shape;136;p37"/>
          <p:cNvSpPr/>
          <p:nvPr/>
        </p:nvSpPr>
        <p:spPr>
          <a:xfrm>
            <a:off x="0" y="4925505"/>
            <a:ext cx="1252266" cy="219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25">
                <a:solidFill>
                  <a:srgbClr val="FFFFFF"/>
                </a:solidFill>
                <a:latin typeface="Quattrocento Sans"/>
                <a:ea typeface="Quattrocento Sans"/>
                <a:cs typeface="Quattrocento Sans"/>
                <a:sym typeface="Quattrocento Sans"/>
              </a:rPr>
              <a:t>www.buildwindows.com</a:t>
            </a:r>
            <a:endParaRPr/>
          </a:p>
        </p:txBody>
      </p:sp>
      <p:sp>
        <p:nvSpPr>
          <p:cNvPr id="137" name="Google Shape;137;p37"/>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Narrow"/>
                <a:ea typeface="Arial Narrow"/>
                <a:cs typeface="Arial Narrow"/>
                <a:sym typeface="Arial Narrow"/>
              </a:defRPr>
            </a:lvl1pPr>
            <a:lvl2pPr lvl="1"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9pPr>
          </a:lstStyle>
          <a:p/>
        </p:txBody>
      </p:sp>
      <p:sp>
        <p:nvSpPr>
          <p:cNvPr id="138" name="Google Shape;138;p37"/>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Narrow"/>
                <a:ea typeface="Arial Narrow"/>
                <a:cs typeface="Arial Narrow"/>
                <a:sym typeface="Arial Narrow"/>
              </a:defRPr>
            </a:lvl1pPr>
            <a:lvl2pPr indent="0" lvl="1" marL="0" marR="0" rtl="0" algn="l">
              <a:spcBef>
                <a:spcPts val="0"/>
              </a:spcBef>
              <a:buNone/>
              <a:defRPr sz="1800">
                <a:solidFill>
                  <a:schemeClr val="dk1"/>
                </a:solidFill>
                <a:latin typeface="Arial Narrow"/>
                <a:ea typeface="Arial Narrow"/>
                <a:cs typeface="Arial Narrow"/>
                <a:sym typeface="Arial Narrow"/>
              </a:defRPr>
            </a:lvl2pPr>
            <a:lvl3pPr indent="0" lvl="2" marL="0" marR="0" rtl="0" algn="l">
              <a:spcBef>
                <a:spcPts val="0"/>
              </a:spcBef>
              <a:buNone/>
              <a:defRPr sz="1800">
                <a:solidFill>
                  <a:schemeClr val="dk1"/>
                </a:solidFill>
                <a:latin typeface="Arial Narrow"/>
                <a:ea typeface="Arial Narrow"/>
                <a:cs typeface="Arial Narrow"/>
                <a:sym typeface="Arial Narrow"/>
              </a:defRPr>
            </a:lvl3pPr>
            <a:lvl4pPr indent="0" lvl="3" marL="0" marR="0" rtl="0" algn="l">
              <a:spcBef>
                <a:spcPts val="0"/>
              </a:spcBef>
              <a:buNone/>
              <a:defRPr sz="1800">
                <a:solidFill>
                  <a:schemeClr val="dk1"/>
                </a:solidFill>
                <a:latin typeface="Arial Narrow"/>
                <a:ea typeface="Arial Narrow"/>
                <a:cs typeface="Arial Narrow"/>
                <a:sym typeface="Arial Narrow"/>
              </a:defRPr>
            </a:lvl4pPr>
            <a:lvl5pPr indent="0" lvl="4" marL="0" marR="0" rtl="0" algn="l">
              <a:spcBef>
                <a:spcPts val="0"/>
              </a:spcBef>
              <a:buNone/>
              <a:defRPr sz="1800">
                <a:solidFill>
                  <a:schemeClr val="dk1"/>
                </a:solidFill>
                <a:latin typeface="Arial Narrow"/>
                <a:ea typeface="Arial Narrow"/>
                <a:cs typeface="Arial Narrow"/>
                <a:sym typeface="Arial Narrow"/>
              </a:defRPr>
            </a:lvl5pPr>
            <a:lvl6pPr indent="0" lvl="5" marL="0" marR="0" rtl="0" algn="l">
              <a:spcBef>
                <a:spcPts val="0"/>
              </a:spcBef>
              <a:buNone/>
              <a:defRPr sz="1800">
                <a:solidFill>
                  <a:schemeClr val="dk1"/>
                </a:solidFill>
                <a:latin typeface="Arial Narrow"/>
                <a:ea typeface="Arial Narrow"/>
                <a:cs typeface="Arial Narrow"/>
                <a:sym typeface="Arial Narrow"/>
              </a:defRPr>
            </a:lvl6pPr>
            <a:lvl7pPr indent="0" lvl="6" marL="0" marR="0" rtl="0" algn="l">
              <a:spcBef>
                <a:spcPts val="0"/>
              </a:spcBef>
              <a:buNone/>
              <a:defRPr sz="1800">
                <a:solidFill>
                  <a:schemeClr val="dk1"/>
                </a:solidFill>
                <a:latin typeface="Arial Narrow"/>
                <a:ea typeface="Arial Narrow"/>
                <a:cs typeface="Arial Narrow"/>
                <a:sym typeface="Arial Narrow"/>
              </a:defRPr>
            </a:lvl7pPr>
            <a:lvl8pPr indent="0" lvl="7" marL="0" marR="0" rtl="0" algn="l">
              <a:spcBef>
                <a:spcPts val="0"/>
              </a:spcBef>
              <a:buNone/>
              <a:defRPr sz="1800">
                <a:solidFill>
                  <a:schemeClr val="dk1"/>
                </a:solidFill>
                <a:latin typeface="Arial Narrow"/>
                <a:ea typeface="Arial Narrow"/>
                <a:cs typeface="Arial Narrow"/>
                <a:sym typeface="Arial Narrow"/>
              </a:defRPr>
            </a:lvl8pPr>
            <a:lvl9pPr indent="0" lvl="8" marL="0" marR="0" rtl="0" algn="l">
              <a:spcBef>
                <a:spcPts val="0"/>
              </a:spcBef>
              <a:buNone/>
              <a:defRPr sz="1800">
                <a:solidFill>
                  <a:schemeClr val="dk1"/>
                </a:solidFill>
                <a:latin typeface="Arial Narrow"/>
                <a:ea typeface="Arial Narrow"/>
                <a:cs typeface="Arial Narrow"/>
                <a:sym typeface="Arial Narrow"/>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and Content" showMasterSp="0">
  <p:cSld name="12_Title and Content">
    <p:spTree>
      <p:nvGrpSpPr>
        <p:cNvPr id="139" name="Shape 139"/>
        <p:cNvGrpSpPr/>
        <p:nvPr/>
      </p:nvGrpSpPr>
      <p:grpSpPr>
        <a:xfrm>
          <a:off x="0" y="0"/>
          <a:ext cx="0" cy="0"/>
          <a:chOff x="0" y="0"/>
          <a:chExt cx="0" cy="0"/>
        </a:xfrm>
      </p:grpSpPr>
      <p:sp>
        <p:nvSpPr>
          <p:cNvPr id="140" name="Google Shape;140;p38"/>
          <p:cNvSpPr txBox="1"/>
          <p:nvPr>
            <p:ph type="title"/>
          </p:nvPr>
        </p:nvSpPr>
        <p:spPr>
          <a:xfrm>
            <a:off x="389436" y="171450"/>
            <a:ext cx="8363938" cy="45704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38"/>
          <p:cNvSpPr txBox="1"/>
          <p:nvPr>
            <p:ph idx="1" type="body"/>
          </p:nvPr>
        </p:nvSpPr>
        <p:spPr>
          <a:xfrm>
            <a:off x="389436" y="1085850"/>
            <a:ext cx="8363937" cy="1523494"/>
          </a:xfrm>
          <a:prstGeom prst="rect">
            <a:avLst/>
          </a:prstGeom>
          <a:noFill/>
          <a:ln>
            <a:noFill/>
          </a:ln>
        </p:spPr>
        <p:txBody>
          <a:bodyPr anchorCtr="0" anchor="t" bIns="45700" lIns="91425" spcFirstLastPara="1" rIns="91425" wrap="square" tIns="45700">
            <a:spAutoFit/>
          </a:bodyPr>
          <a:lstStyle>
            <a:lvl1pPr indent="-308610" lvl="0" marL="457200" algn="l">
              <a:spcBef>
                <a:spcPts val="420"/>
              </a:spcBef>
              <a:spcAft>
                <a:spcPts val="0"/>
              </a:spcAft>
              <a:buSzPts val="1260"/>
              <a:buFont typeface="Arial"/>
              <a:buChar char="•"/>
              <a:defRPr/>
            </a:lvl1pPr>
            <a:lvl2pPr indent="-333375" lvl="1" marL="914400" algn="l">
              <a:spcBef>
                <a:spcPts val="300"/>
              </a:spcBef>
              <a:spcAft>
                <a:spcPts val="0"/>
              </a:spcAft>
              <a:buSzPts val="1650"/>
              <a:buFont typeface="Arial"/>
              <a:buChar char="•"/>
              <a:defRPr/>
            </a:lvl2pPr>
            <a:lvl3pPr indent="-304800" lvl="2" marL="1371600" algn="l">
              <a:spcBef>
                <a:spcPts val="300"/>
              </a:spcBef>
              <a:spcAft>
                <a:spcPts val="0"/>
              </a:spcAft>
              <a:buClr>
                <a:schemeClr val="dk1"/>
              </a:buClr>
              <a:buSzPts val="1200"/>
              <a:buFont typeface="Arial"/>
              <a:buChar char="•"/>
              <a:defRPr/>
            </a:lvl3pPr>
            <a:lvl4pPr indent="-323850" lvl="3" marL="1828800" algn="l">
              <a:spcBef>
                <a:spcPts val="300"/>
              </a:spcBef>
              <a:spcAft>
                <a:spcPts val="0"/>
              </a:spcAft>
              <a:buClr>
                <a:schemeClr val="dk1"/>
              </a:buClr>
              <a:buSzPts val="1500"/>
              <a:buFont typeface="Arial"/>
              <a:buChar char="•"/>
              <a:defRPr/>
            </a:lvl4pPr>
            <a:lvl5pPr indent="-323850" lvl="4" marL="2286000" algn="l">
              <a:spcBef>
                <a:spcPts val="300"/>
              </a:spcBef>
              <a:spcAft>
                <a:spcPts val="0"/>
              </a:spcAft>
              <a:buClr>
                <a:schemeClr val="dk1"/>
              </a:buClr>
              <a:buSzPts val="1500"/>
              <a:buFont typeface="Arial"/>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2" name="Google Shape;142;p38"/>
          <p:cNvSpPr/>
          <p:nvPr/>
        </p:nvSpPr>
        <p:spPr>
          <a:xfrm>
            <a:off x="0" y="4925505"/>
            <a:ext cx="1252266" cy="219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25">
                <a:solidFill>
                  <a:srgbClr val="FFFFFF"/>
                </a:solidFill>
                <a:latin typeface="Quattrocento Sans"/>
                <a:ea typeface="Quattrocento Sans"/>
                <a:cs typeface="Quattrocento Sans"/>
                <a:sym typeface="Quattrocento Sans"/>
              </a:rPr>
              <a:t>www.buildwindows.com</a:t>
            </a:r>
            <a:endParaRPr/>
          </a:p>
        </p:txBody>
      </p:sp>
      <p:sp>
        <p:nvSpPr>
          <p:cNvPr id="143" name="Google Shape;143;p38"/>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Narrow"/>
                <a:ea typeface="Arial Narrow"/>
                <a:cs typeface="Arial Narrow"/>
                <a:sym typeface="Arial Narrow"/>
              </a:defRPr>
            </a:lvl1pPr>
            <a:lvl2pPr lvl="1"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9pPr>
          </a:lstStyle>
          <a:p/>
        </p:txBody>
      </p:sp>
      <p:sp>
        <p:nvSpPr>
          <p:cNvPr id="144" name="Google Shape;144;p38"/>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Narrow"/>
                <a:ea typeface="Arial Narrow"/>
                <a:cs typeface="Arial Narrow"/>
                <a:sym typeface="Arial Narrow"/>
              </a:defRPr>
            </a:lvl1pPr>
            <a:lvl2pPr indent="0" lvl="1" marL="0" marR="0" rtl="0" algn="l">
              <a:spcBef>
                <a:spcPts val="0"/>
              </a:spcBef>
              <a:buNone/>
              <a:defRPr sz="1800">
                <a:solidFill>
                  <a:schemeClr val="dk1"/>
                </a:solidFill>
                <a:latin typeface="Arial Narrow"/>
                <a:ea typeface="Arial Narrow"/>
                <a:cs typeface="Arial Narrow"/>
                <a:sym typeface="Arial Narrow"/>
              </a:defRPr>
            </a:lvl2pPr>
            <a:lvl3pPr indent="0" lvl="2" marL="0" marR="0" rtl="0" algn="l">
              <a:spcBef>
                <a:spcPts val="0"/>
              </a:spcBef>
              <a:buNone/>
              <a:defRPr sz="1800">
                <a:solidFill>
                  <a:schemeClr val="dk1"/>
                </a:solidFill>
                <a:latin typeface="Arial Narrow"/>
                <a:ea typeface="Arial Narrow"/>
                <a:cs typeface="Arial Narrow"/>
                <a:sym typeface="Arial Narrow"/>
              </a:defRPr>
            </a:lvl3pPr>
            <a:lvl4pPr indent="0" lvl="3" marL="0" marR="0" rtl="0" algn="l">
              <a:spcBef>
                <a:spcPts val="0"/>
              </a:spcBef>
              <a:buNone/>
              <a:defRPr sz="1800">
                <a:solidFill>
                  <a:schemeClr val="dk1"/>
                </a:solidFill>
                <a:latin typeface="Arial Narrow"/>
                <a:ea typeface="Arial Narrow"/>
                <a:cs typeface="Arial Narrow"/>
                <a:sym typeface="Arial Narrow"/>
              </a:defRPr>
            </a:lvl4pPr>
            <a:lvl5pPr indent="0" lvl="4" marL="0" marR="0" rtl="0" algn="l">
              <a:spcBef>
                <a:spcPts val="0"/>
              </a:spcBef>
              <a:buNone/>
              <a:defRPr sz="1800">
                <a:solidFill>
                  <a:schemeClr val="dk1"/>
                </a:solidFill>
                <a:latin typeface="Arial Narrow"/>
                <a:ea typeface="Arial Narrow"/>
                <a:cs typeface="Arial Narrow"/>
                <a:sym typeface="Arial Narrow"/>
              </a:defRPr>
            </a:lvl5pPr>
            <a:lvl6pPr indent="0" lvl="5" marL="0" marR="0" rtl="0" algn="l">
              <a:spcBef>
                <a:spcPts val="0"/>
              </a:spcBef>
              <a:buNone/>
              <a:defRPr sz="1800">
                <a:solidFill>
                  <a:schemeClr val="dk1"/>
                </a:solidFill>
                <a:latin typeface="Arial Narrow"/>
                <a:ea typeface="Arial Narrow"/>
                <a:cs typeface="Arial Narrow"/>
                <a:sym typeface="Arial Narrow"/>
              </a:defRPr>
            </a:lvl6pPr>
            <a:lvl7pPr indent="0" lvl="6" marL="0" marR="0" rtl="0" algn="l">
              <a:spcBef>
                <a:spcPts val="0"/>
              </a:spcBef>
              <a:buNone/>
              <a:defRPr sz="1800">
                <a:solidFill>
                  <a:schemeClr val="dk1"/>
                </a:solidFill>
                <a:latin typeface="Arial Narrow"/>
                <a:ea typeface="Arial Narrow"/>
                <a:cs typeface="Arial Narrow"/>
                <a:sym typeface="Arial Narrow"/>
              </a:defRPr>
            </a:lvl7pPr>
            <a:lvl8pPr indent="0" lvl="7" marL="0" marR="0" rtl="0" algn="l">
              <a:spcBef>
                <a:spcPts val="0"/>
              </a:spcBef>
              <a:buNone/>
              <a:defRPr sz="1800">
                <a:solidFill>
                  <a:schemeClr val="dk1"/>
                </a:solidFill>
                <a:latin typeface="Arial Narrow"/>
                <a:ea typeface="Arial Narrow"/>
                <a:cs typeface="Arial Narrow"/>
                <a:sym typeface="Arial Narrow"/>
              </a:defRPr>
            </a:lvl8pPr>
            <a:lvl9pPr indent="0" lvl="8" marL="0" marR="0" rtl="0" algn="l">
              <a:spcBef>
                <a:spcPts val="0"/>
              </a:spcBef>
              <a:buNone/>
              <a:defRPr sz="1800">
                <a:solidFill>
                  <a:schemeClr val="dk1"/>
                </a:solidFill>
                <a:latin typeface="Arial Narrow"/>
                <a:ea typeface="Arial Narrow"/>
                <a:cs typeface="Arial Narrow"/>
                <a:sym typeface="Arial Narrow"/>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and Content" showMasterSp="0">
  <p:cSld name="14_Title and Content">
    <p:spTree>
      <p:nvGrpSpPr>
        <p:cNvPr id="145" name="Shape 145"/>
        <p:cNvGrpSpPr/>
        <p:nvPr/>
      </p:nvGrpSpPr>
      <p:grpSpPr>
        <a:xfrm>
          <a:off x="0" y="0"/>
          <a:ext cx="0" cy="0"/>
          <a:chOff x="0" y="0"/>
          <a:chExt cx="0" cy="0"/>
        </a:xfrm>
      </p:grpSpPr>
      <p:sp>
        <p:nvSpPr>
          <p:cNvPr id="146" name="Google Shape;146;p39"/>
          <p:cNvSpPr txBox="1"/>
          <p:nvPr>
            <p:ph type="title"/>
          </p:nvPr>
        </p:nvSpPr>
        <p:spPr>
          <a:xfrm>
            <a:off x="389436" y="171450"/>
            <a:ext cx="8363938" cy="45704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39"/>
          <p:cNvSpPr txBox="1"/>
          <p:nvPr>
            <p:ph idx="1" type="body"/>
          </p:nvPr>
        </p:nvSpPr>
        <p:spPr>
          <a:xfrm>
            <a:off x="389436" y="1085850"/>
            <a:ext cx="8363937" cy="1523494"/>
          </a:xfrm>
          <a:prstGeom prst="rect">
            <a:avLst/>
          </a:prstGeom>
          <a:noFill/>
          <a:ln>
            <a:noFill/>
          </a:ln>
        </p:spPr>
        <p:txBody>
          <a:bodyPr anchorCtr="0" anchor="t" bIns="45700" lIns="91425" spcFirstLastPara="1" rIns="91425" wrap="square" tIns="45700">
            <a:spAutoFit/>
          </a:bodyPr>
          <a:lstStyle>
            <a:lvl1pPr indent="-308610" lvl="0" marL="457200" algn="l">
              <a:spcBef>
                <a:spcPts val="420"/>
              </a:spcBef>
              <a:spcAft>
                <a:spcPts val="0"/>
              </a:spcAft>
              <a:buSzPts val="1260"/>
              <a:buFont typeface="Arial"/>
              <a:buChar char="•"/>
              <a:defRPr/>
            </a:lvl1pPr>
            <a:lvl2pPr indent="-333375" lvl="1" marL="914400" algn="l">
              <a:spcBef>
                <a:spcPts val="300"/>
              </a:spcBef>
              <a:spcAft>
                <a:spcPts val="0"/>
              </a:spcAft>
              <a:buSzPts val="1650"/>
              <a:buFont typeface="Arial"/>
              <a:buChar char="•"/>
              <a:defRPr/>
            </a:lvl2pPr>
            <a:lvl3pPr indent="-304800" lvl="2" marL="1371600" algn="l">
              <a:spcBef>
                <a:spcPts val="300"/>
              </a:spcBef>
              <a:spcAft>
                <a:spcPts val="0"/>
              </a:spcAft>
              <a:buClr>
                <a:schemeClr val="dk1"/>
              </a:buClr>
              <a:buSzPts val="1200"/>
              <a:buFont typeface="Arial"/>
              <a:buChar char="•"/>
              <a:defRPr/>
            </a:lvl3pPr>
            <a:lvl4pPr indent="-323850" lvl="3" marL="1828800" algn="l">
              <a:spcBef>
                <a:spcPts val="300"/>
              </a:spcBef>
              <a:spcAft>
                <a:spcPts val="0"/>
              </a:spcAft>
              <a:buClr>
                <a:schemeClr val="dk1"/>
              </a:buClr>
              <a:buSzPts val="1500"/>
              <a:buFont typeface="Arial"/>
              <a:buChar char="•"/>
              <a:defRPr/>
            </a:lvl4pPr>
            <a:lvl5pPr indent="-323850" lvl="4" marL="2286000" algn="l">
              <a:spcBef>
                <a:spcPts val="300"/>
              </a:spcBef>
              <a:spcAft>
                <a:spcPts val="0"/>
              </a:spcAft>
              <a:buClr>
                <a:schemeClr val="dk1"/>
              </a:buClr>
              <a:buSzPts val="1500"/>
              <a:buFont typeface="Arial"/>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8" name="Google Shape;148;p39"/>
          <p:cNvSpPr/>
          <p:nvPr/>
        </p:nvSpPr>
        <p:spPr>
          <a:xfrm>
            <a:off x="0" y="4925505"/>
            <a:ext cx="1252266" cy="219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25">
                <a:solidFill>
                  <a:srgbClr val="FFFFFF"/>
                </a:solidFill>
                <a:latin typeface="Quattrocento Sans"/>
                <a:ea typeface="Quattrocento Sans"/>
                <a:cs typeface="Quattrocento Sans"/>
                <a:sym typeface="Quattrocento Sans"/>
              </a:rPr>
              <a:t>www.buildwindows.com</a:t>
            </a:r>
            <a:endParaRPr/>
          </a:p>
        </p:txBody>
      </p:sp>
      <p:sp>
        <p:nvSpPr>
          <p:cNvPr id="149" name="Google Shape;149;p39"/>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Narrow"/>
                <a:ea typeface="Arial Narrow"/>
                <a:cs typeface="Arial Narrow"/>
                <a:sym typeface="Arial Narrow"/>
              </a:defRPr>
            </a:lvl1pPr>
            <a:lvl2pPr lvl="1"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9pPr>
          </a:lstStyle>
          <a:p/>
        </p:txBody>
      </p:sp>
      <p:sp>
        <p:nvSpPr>
          <p:cNvPr id="150" name="Google Shape;150;p39"/>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Narrow"/>
                <a:ea typeface="Arial Narrow"/>
                <a:cs typeface="Arial Narrow"/>
                <a:sym typeface="Arial Narrow"/>
              </a:defRPr>
            </a:lvl1pPr>
            <a:lvl2pPr indent="0" lvl="1" marL="0" marR="0" rtl="0" algn="l">
              <a:spcBef>
                <a:spcPts val="0"/>
              </a:spcBef>
              <a:buNone/>
              <a:defRPr sz="1800">
                <a:solidFill>
                  <a:schemeClr val="dk1"/>
                </a:solidFill>
                <a:latin typeface="Arial Narrow"/>
                <a:ea typeface="Arial Narrow"/>
                <a:cs typeface="Arial Narrow"/>
                <a:sym typeface="Arial Narrow"/>
              </a:defRPr>
            </a:lvl2pPr>
            <a:lvl3pPr indent="0" lvl="2" marL="0" marR="0" rtl="0" algn="l">
              <a:spcBef>
                <a:spcPts val="0"/>
              </a:spcBef>
              <a:buNone/>
              <a:defRPr sz="1800">
                <a:solidFill>
                  <a:schemeClr val="dk1"/>
                </a:solidFill>
                <a:latin typeface="Arial Narrow"/>
                <a:ea typeface="Arial Narrow"/>
                <a:cs typeface="Arial Narrow"/>
                <a:sym typeface="Arial Narrow"/>
              </a:defRPr>
            </a:lvl3pPr>
            <a:lvl4pPr indent="0" lvl="3" marL="0" marR="0" rtl="0" algn="l">
              <a:spcBef>
                <a:spcPts val="0"/>
              </a:spcBef>
              <a:buNone/>
              <a:defRPr sz="1800">
                <a:solidFill>
                  <a:schemeClr val="dk1"/>
                </a:solidFill>
                <a:latin typeface="Arial Narrow"/>
                <a:ea typeface="Arial Narrow"/>
                <a:cs typeface="Arial Narrow"/>
                <a:sym typeface="Arial Narrow"/>
              </a:defRPr>
            </a:lvl4pPr>
            <a:lvl5pPr indent="0" lvl="4" marL="0" marR="0" rtl="0" algn="l">
              <a:spcBef>
                <a:spcPts val="0"/>
              </a:spcBef>
              <a:buNone/>
              <a:defRPr sz="1800">
                <a:solidFill>
                  <a:schemeClr val="dk1"/>
                </a:solidFill>
                <a:latin typeface="Arial Narrow"/>
                <a:ea typeface="Arial Narrow"/>
                <a:cs typeface="Arial Narrow"/>
                <a:sym typeface="Arial Narrow"/>
              </a:defRPr>
            </a:lvl5pPr>
            <a:lvl6pPr indent="0" lvl="5" marL="0" marR="0" rtl="0" algn="l">
              <a:spcBef>
                <a:spcPts val="0"/>
              </a:spcBef>
              <a:buNone/>
              <a:defRPr sz="1800">
                <a:solidFill>
                  <a:schemeClr val="dk1"/>
                </a:solidFill>
                <a:latin typeface="Arial Narrow"/>
                <a:ea typeface="Arial Narrow"/>
                <a:cs typeface="Arial Narrow"/>
                <a:sym typeface="Arial Narrow"/>
              </a:defRPr>
            </a:lvl6pPr>
            <a:lvl7pPr indent="0" lvl="6" marL="0" marR="0" rtl="0" algn="l">
              <a:spcBef>
                <a:spcPts val="0"/>
              </a:spcBef>
              <a:buNone/>
              <a:defRPr sz="1800">
                <a:solidFill>
                  <a:schemeClr val="dk1"/>
                </a:solidFill>
                <a:latin typeface="Arial Narrow"/>
                <a:ea typeface="Arial Narrow"/>
                <a:cs typeface="Arial Narrow"/>
                <a:sym typeface="Arial Narrow"/>
              </a:defRPr>
            </a:lvl7pPr>
            <a:lvl8pPr indent="0" lvl="7" marL="0" marR="0" rtl="0" algn="l">
              <a:spcBef>
                <a:spcPts val="0"/>
              </a:spcBef>
              <a:buNone/>
              <a:defRPr sz="1800">
                <a:solidFill>
                  <a:schemeClr val="dk1"/>
                </a:solidFill>
                <a:latin typeface="Arial Narrow"/>
                <a:ea typeface="Arial Narrow"/>
                <a:cs typeface="Arial Narrow"/>
                <a:sym typeface="Arial Narrow"/>
              </a:defRPr>
            </a:lvl8pPr>
            <a:lvl9pPr indent="0" lvl="8" marL="0" marR="0" rtl="0" algn="l">
              <a:spcBef>
                <a:spcPts val="0"/>
              </a:spcBef>
              <a:buNone/>
              <a:defRPr sz="1800">
                <a:solidFill>
                  <a:schemeClr val="dk1"/>
                </a:solidFill>
                <a:latin typeface="Arial Narrow"/>
                <a:ea typeface="Arial Narrow"/>
                <a:cs typeface="Arial Narrow"/>
                <a:sym typeface="Arial Narrow"/>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showMasterSp="0">
  <p:cSld name="1_Title and Content">
    <p:spTree>
      <p:nvGrpSpPr>
        <p:cNvPr id="151" name="Shape 151"/>
        <p:cNvGrpSpPr/>
        <p:nvPr/>
      </p:nvGrpSpPr>
      <p:grpSpPr>
        <a:xfrm>
          <a:off x="0" y="0"/>
          <a:ext cx="0" cy="0"/>
          <a:chOff x="0" y="0"/>
          <a:chExt cx="0" cy="0"/>
        </a:xfrm>
      </p:grpSpPr>
      <p:sp>
        <p:nvSpPr>
          <p:cNvPr id="152" name="Google Shape;152;p40"/>
          <p:cNvSpPr txBox="1"/>
          <p:nvPr>
            <p:ph type="title"/>
          </p:nvPr>
        </p:nvSpPr>
        <p:spPr>
          <a:xfrm>
            <a:off x="389436" y="171450"/>
            <a:ext cx="8363938" cy="45704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40"/>
          <p:cNvSpPr txBox="1"/>
          <p:nvPr>
            <p:ph idx="1" type="body"/>
          </p:nvPr>
        </p:nvSpPr>
        <p:spPr>
          <a:xfrm>
            <a:off x="389437" y="1085850"/>
            <a:ext cx="8363937" cy="1523494"/>
          </a:xfrm>
          <a:prstGeom prst="rect">
            <a:avLst/>
          </a:prstGeom>
          <a:noFill/>
          <a:ln>
            <a:noFill/>
          </a:ln>
        </p:spPr>
        <p:txBody>
          <a:bodyPr anchorCtr="0" anchor="t" bIns="45700" lIns="91425" spcFirstLastPara="1" rIns="91425" wrap="square" tIns="45700">
            <a:spAutoFit/>
          </a:bodyPr>
          <a:lstStyle>
            <a:lvl1pPr indent="-308610" lvl="0" marL="457200" algn="l">
              <a:spcBef>
                <a:spcPts val="420"/>
              </a:spcBef>
              <a:spcAft>
                <a:spcPts val="0"/>
              </a:spcAft>
              <a:buSzPts val="1260"/>
              <a:buFont typeface="Arial"/>
              <a:buChar char="•"/>
              <a:defRPr/>
            </a:lvl1pPr>
            <a:lvl2pPr indent="-333375" lvl="1" marL="914400" algn="l">
              <a:spcBef>
                <a:spcPts val="300"/>
              </a:spcBef>
              <a:spcAft>
                <a:spcPts val="0"/>
              </a:spcAft>
              <a:buSzPts val="1650"/>
              <a:buFont typeface="Arial"/>
              <a:buChar char="•"/>
              <a:defRPr/>
            </a:lvl2pPr>
            <a:lvl3pPr indent="-304800" lvl="2" marL="1371600" algn="l">
              <a:spcBef>
                <a:spcPts val="300"/>
              </a:spcBef>
              <a:spcAft>
                <a:spcPts val="0"/>
              </a:spcAft>
              <a:buClr>
                <a:schemeClr val="dk1"/>
              </a:buClr>
              <a:buSzPts val="1200"/>
              <a:buFont typeface="Arial"/>
              <a:buChar char="•"/>
              <a:defRPr/>
            </a:lvl3pPr>
            <a:lvl4pPr indent="-323850" lvl="3" marL="1828800" algn="l">
              <a:spcBef>
                <a:spcPts val="300"/>
              </a:spcBef>
              <a:spcAft>
                <a:spcPts val="0"/>
              </a:spcAft>
              <a:buClr>
                <a:schemeClr val="dk1"/>
              </a:buClr>
              <a:buSzPts val="1500"/>
              <a:buFont typeface="Arial"/>
              <a:buChar char="•"/>
              <a:defRPr/>
            </a:lvl4pPr>
            <a:lvl5pPr indent="-323850" lvl="4" marL="2286000" algn="l">
              <a:spcBef>
                <a:spcPts val="300"/>
              </a:spcBef>
              <a:spcAft>
                <a:spcPts val="0"/>
              </a:spcAft>
              <a:buClr>
                <a:schemeClr val="dk1"/>
              </a:buClr>
              <a:buSzPts val="1500"/>
              <a:buFont typeface="Arial"/>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4" name="Google Shape;154;p40"/>
          <p:cNvSpPr/>
          <p:nvPr/>
        </p:nvSpPr>
        <p:spPr>
          <a:xfrm>
            <a:off x="1" y="4925505"/>
            <a:ext cx="1252266" cy="219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25">
                <a:solidFill>
                  <a:srgbClr val="FFFFFF"/>
                </a:solidFill>
                <a:latin typeface="Quattrocento Sans"/>
                <a:ea typeface="Quattrocento Sans"/>
                <a:cs typeface="Quattrocento Sans"/>
                <a:sym typeface="Quattrocento Sans"/>
              </a:rPr>
              <a:t>www.buildwindows.com</a:t>
            </a:r>
            <a:endParaRPr/>
          </a:p>
        </p:txBody>
      </p:sp>
      <p:sp>
        <p:nvSpPr>
          <p:cNvPr id="155" name="Google Shape;155;p40"/>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Narrow"/>
                <a:ea typeface="Arial Narrow"/>
                <a:cs typeface="Arial Narrow"/>
                <a:sym typeface="Arial Narrow"/>
              </a:defRPr>
            </a:lvl1pPr>
            <a:lvl2pPr lvl="1"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1800" u="none" cap="none" strike="noStrike">
                <a:solidFill>
                  <a:schemeClr val="dk1"/>
                </a:solidFill>
                <a:latin typeface="Arial Narrow"/>
                <a:ea typeface="Arial Narrow"/>
                <a:cs typeface="Arial Narrow"/>
                <a:sym typeface="Arial Narrow"/>
              </a:defRPr>
            </a:lvl9pPr>
          </a:lstStyle>
          <a:p/>
        </p:txBody>
      </p:sp>
      <p:sp>
        <p:nvSpPr>
          <p:cNvPr id="156" name="Google Shape;156;p40"/>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Narrow"/>
                <a:ea typeface="Arial Narrow"/>
                <a:cs typeface="Arial Narrow"/>
                <a:sym typeface="Arial Narrow"/>
              </a:defRPr>
            </a:lvl1pPr>
            <a:lvl2pPr indent="0" lvl="1" marL="0" marR="0" rtl="0" algn="l">
              <a:spcBef>
                <a:spcPts val="0"/>
              </a:spcBef>
              <a:buNone/>
              <a:defRPr sz="1800">
                <a:solidFill>
                  <a:schemeClr val="dk1"/>
                </a:solidFill>
                <a:latin typeface="Arial Narrow"/>
                <a:ea typeface="Arial Narrow"/>
                <a:cs typeface="Arial Narrow"/>
                <a:sym typeface="Arial Narrow"/>
              </a:defRPr>
            </a:lvl2pPr>
            <a:lvl3pPr indent="0" lvl="2" marL="0" marR="0" rtl="0" algn="l">
              <a:spcBef>
                <a:spcPts val="0"/>
              </a:spcBef>
              <a:buNone/>
              <a:defRPr sz="1800">
                <a:solidFill>
                  <a:schemeClr val="dk1"/>
                </a:solidFill>
                <a:latin typeface="Arial Narrow"/>
                <a:ea typeface="Arial Narrow"/>
                <a:cs typeface="Arial Narrow"/>
                <a:sym typeface="Arial Narrow"/>
              </a:defRPr>
            </a:lvl3pPr>
            <a:lvl4pPr indent="0" lvl="3" marL="0" marR="0" rtl="0" algn="l">
              <a:spcBef>
                <a:spcPts val="0"/>
              </a:spcBef>
              <a:buNone/>
              <a:defRPr sz="1800">
                <a:solidFill>
                  <a:schemeClr val="dk1"/>
                </a:solidFill>
                <a:latin typeface="Arial Narrow"/>
                <a:ea typeface="Arial Narrow"/>
                <a:cs typeface="Arial Narrow"/>
                <a:sym typeface="Arial Narrow"/>
              </a:defRPr>
            </a:lvl4pPr>
            <a:lvl5pPr indent="0" lvl="4" marL="0" marR="0" rtl="0" algn="l">
              <a:spcBef>
                <a:spcPts val="0"/>
              </a:spcBef>
              <a:buNone/>
              <a:defRPr sz="1800">
                <a:solidFill>
                  <a:schemeClr val="dk1"/>
                </a:solidFill>
                <a:latin typeface="Arial Narrow"/>
                <a:ea typeface="Arial Narrow"/>
                <a:cs typeface="Arial Narrow"/>
                <a:sym typeface="Arial Narrow"/>
              </a:defRPr>
            </a:lvl5pPr>
            <a:lvl6pPr indent="0" lvl="5" marL="0" marR="0" rtl="0" algn="l">
              <a:spcBef>
                <a:spcPts val="0"/>
              </a:spcBef>
              <a:buNone/>
              <a:defRPr sz="1800">
                <a:solidFill>
                  <a:schemeClr val="dk1"/>
                </a:solidFill>
                <a:latin typeface="Arial Narrow"/>
                <a:ea typeface="Arial Narrow"/>
                <a:cs typeface="Arial Narrow"/>
                <a:sym typeface="Arial Narrow"/>
              </a:defRPr>
            </a:lvl6pPr>
            <a:lvl7pPr indent="0" lvl="6" marL="0" marR="0" rtl="0" algn="l">
              <a:spcBef>
                <a:spcPts val="0"/>
              </a:spcBef>
              <a:buNone/>
              <a:defRPr sz="1800">
                <a:solidFill>
                  <a:schemeClr val="dk1"/>
                </a:solidFill>
                <a:latin typeface="Arial Narrow"/>
                <a:ea typeface="Arial Narrow"/>
                <a:cs typeface="Arial Narrow"/>
                <a:sym typeface="Arial Narrow"/>
              </a:defRPr>
            </a:lvl7pPr>
            <a:lvl8pPr indent="0" lvl="7" marL="0" marR="0" rtl="0" algn="l">
              <a:spcBef>
                <a:spcPts val="0"/>
              </a:spcBef>
              <a:buNone/>
              <a:defRPr sz="1800">
                <a:solidFill>
                  <a:schemeClr val="dk1"/>
                </a:solidFill>
                <a:latin typeface="Arial Narrow"/>
                <a:ea typeface="Arial Narrow"/>
                <a:cs typeface="Arial Narrow"/>
                <a:sym typeface="Arial Narrow"/>
              </a:defRPr>
            </a:lvl8pPr>
            <a:lvl9pPr indent="0" lvl="8" marL="0" marR="0" rtl="0" algn="l">
              <a:spcBef>
                <a:spcPts val="0"/>
              </a:spcBef>
              <a:buNone/>
              <a:defRPr sz="1800">
                <a:solidFill>
                  <a:schemeClr val="dk1"/>
                </a:solidFill>
                <a:latin typeface="Arial Narrow"/>
                <a:ea typeface="Arial Narrow"/>
                <a:cs typeface="Arial Narrow"/>
                <a:sym typeface="Arial Narrow"/>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157" name="Shape 157"/>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spTree>
      <p:nvGrpSpPr>
        <p:cNvPr id="158" name="Shape 158"/>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159" name="Shape 15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spTree>
      <p:nvGrpSpPr>
        <p:cNvPr id="160" name="Shape 160"/>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161" name="Shape 16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theme" Target="../theme/theme1.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374652" y="277813"/>
            <a:ext cx="7591425" cy="5715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27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1" i="0" sz="27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1" i="0" sz="27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1" i="0" sz="27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1" i="0" sz="27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1" i="0" sz="2025"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1" i="0" sz="2025"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1" i="0" sz="2025"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1" i="0" sz="2025" u="none" cap="none" strike="noStrike">
                <a:solidFill>
                  <a:schemeClr val="dk1"/>
                </a:solidFill>
                <a:latin typeface="Arial Narrow"/>
                <a:ea typeface="Arial Narrow"/>
                <a:cs typeface="Arial Narrow"/>
                <a:sym typeface="Arial Narrow"/>
              </a:defRPr>
            </a:lvl9pPr>
          </a:lstStyle>
          <a:p/>
        </p:txBody>
      </p:sp>
      <p:sp>
        <p:nvSpPr>
          <p:cNvPr id="11" name="Google Shape;11;p11"/>
          <p:cNvSpPr txBox="1"/>
          <p:nvPr>
            <p:ph idx="1" type="body"/>
          </p:nvPr>
        </p:nvSpPr>
        <p:spPr>
          <a:xfrm>
            <a:off x="396877" y="1022350"/>
            <a:ext cx="7896225" cy="3729038"/>
          </a:xfrm>
          <a:prstGeom prst="rect">
            <a:avLst/>
          </a:prstGeom>
          <a:noFill/>
          <a:ln>
            <a:noFill/>
          </a:ln>
        </p:spPr>
        <p:txBody>
          <a:bodyPr anchorCtr="0" anchor="t" bIns="45700" lIns="91425" spcFirstLastPara="1" rIns="91425" wrap="square" tIns="45700">
            <a:noAutofit/>
          </a:bodyPr>
          <a:lstStyle>
            <a:lvl1pPr indent="-308610" lvl="0" marL="457200" marR="0" rtl="0" algn="l">
              <a:spcBef>
                <a:spcPts val="420"/>
              </a:spcBef>
              <a:spcAft>
                <a:spcPts val="0"/>
              </a:spcAft>
              <a:buClr>
                <a:srgbClr val="CFB87C"/>
              </a:buClr>
              <a:buSzPts val="1260"/>
              <a:buFont typeface="Noto Sans Symbols"/>
              <a:buChar char="⬛"/>
              <a:defRPr b="1" i="0" sz="2100" u="none" cap="none" strike="noStrike">
                <a:solidFill>
                  <a:schemeClr val="dk1"/>
                </a:solidFill>
                <a:latin typeface="Calibri"/>
                <a:ea typeface="Calibri"/>
                <a:cs typeface="Calibri"/>
                <a:sym typeface="Calibri"/>
              </a:defRPr>
            </a:lvl1pPr>
            <a:lvl2pPr indent="-333375" lvl="1" marL="914400" marR="0" rtl="0" algn="l">
              <a:spcBef>
                <a:spcPts val="300"/>
              </a:spcBef>
              <a:spcAft>
                <a:spcPts val="0"/>
              </a:spcAft>
              <a:buClr>
                <a:srgbClr val="CFB87C"/>
              </a:buClr>
              <a:buSzPts val="1650"/>
              <a:buFont typeface="Noto Sans Symbols"/>
              <a:buChar char="▪"/>
              <a:defRPr b="0" i="0" sz="1500" u="none" cap="none" strike="noStrike">
                <a:solidFill>
                  <a:schemeClr val="dk1"/>
                </a:solidFill>
                <a:latin typeface="Calibri"/>
                <a:ea typeface="Calibri"/>
                <a:cs typeface="Calibri"/>
                <a:sym typeface="Calibri"/>
              </a:defRPr>
            </a:lvl2pPr>
            <a:lvl3pPr indent="-304800" lvl="2" marL="1371600" marR="0" rtl="0" algn="l">
              <a:spcBef>
                <a:spcPts val="300"/>
              </a:spcBef>
              <a:spcAft>
                <a:spcPts val="0"/>
              </a:spcAft>
              <a:buClr>
                <a:schemeClr val="dk1"/>
              </a:buClr>
              <a:buSzPts val="1200"/>
              <a:buFont typeface="Noto Sans Symbols"/>
              <a:buChar char="▪"/>
              <a:defRPr b="0" i="0" sz="15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Calibri"/>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Calibri"/>
              <a:buChar char="»"/>
              <a:defRPr b="0" i="0" sz="1500" u="none" cap="none" strike="noStrike">
                <a:solidFill>
                  <a:schemeClr val="dk1"/>
                </a:solidFill>
                <a:latin typeface="Calibri"/>
                <a:ea typeface="Calibri"/>
                <a:cs typeface="Calibri"/>
                <a:sym typeface="Calibri"/>
              </a:defRPr>
            </a:lvl5pPr>
            <a:lvl6pPr indent="-300037" lvl="5" marL="2743200" marR="0" rtl="0" algn="l">
              <a:spcBef>
                <a:spcPts val="225"/>
              </a:spcBef>
              <a:spcAft>
                <a:spcPts val="0"/>
              </a:spcAft>
              <a:buClr>
                <a:schemeClr val="dk1"/>
              </a:buClr>
              <a:buSzPts val="1125"/>
              <a:buFont typeface="Arial"/>
              <a:buChar char="»"/>
              <a:defRPr b="0" i="0" sz="1125" u="none" cap="none" strike="noStrike">
                <a:solidFill>
                  <a:schemeClr val="dk1"/>
                </a:solidFill>
                <a:latin typeface="Arial"/>
                <a:ea typeface="Arial"/>
                <a:cs typeface="Arial"/>
                <a:sym typeface="Arial"/>
              </a:defRPr>
            </a:lvl6pPr>
            <a:lvl7pPr indent="-300037" lvl="6" marL="3200400" marR="0" rtl="0" algn="l">
              <a:spcBef>
                <a:spcPts val="225"/>
              </a:spcBef>
              <a:spcAft>
                <a:spcPts val="0"/>
              </a:spcAft>
              <a:buClr>
                <a:schemeClr val="dk1"/>
              </a:buClr>
              <a:buSzPts val="1125"/>
              <a:buFont typeface="Arial"/>
              <a:buChar char="»"/>
              <a:defRPr b="0" i="0" sz="1125" u="none" cap="none" strike="noStrike">
                <a:solidFill>
                  <a:schemeClr val="dk1"/>
                </a:solidFill>
                <a:latin typeface="Arial"/>
                <a:ea typeface="Arial"/>
                <a:cs typeface="Arial"/>
                <a:sym typeface="Arial"/>
              </a:defRPr>
            </a:lvl7pPr>
            <a:lvl8pPr indent="-300037" lvl="7" marL="3657600" marR="0" rtl="0" algn="l">
              <a:spcBef>
                <a:spcPts val="225"/>
              </a:spcBef>
              <a:spcAft>
                <a:spcPts val="0"/>
              </a:spcAft>
              <a:buClr>
                <a:schemeClr val="dk1"/>
              </a:buClr>
              <a:buSzPts val="1125"/>
              <a:buFont typeface="Arial"/>
              <a:buChar char="»"/>
              <a:defRPr b="0" i="0" sz="1125" u="none" cap="none" strike="noStrike">
                <a:solidFill>
                  <a:schemeClr val="dk1"/>
                </a:solidFill>
                <a:latin typeface="Arial"/>
                <a:ea typeface="Arial"/>
                <a:cs typeface="Arial"/>
                <a:sym typeface="Arial"/>
              </a:defRPr>
            </a:lvl8pPr>
            <a:lvl9pPr indent="-300037" lvl="8" marL="4114800" marR="0" rtl="0" algn="l">
              <a:spcBef>
                <a:spcPts val="225"/>
              </a:spcBef>
              <a:spcAft>
                <a:spcPts val="0"/>
              </a:spcAft>
              <a:buClr>
                <a:schemeClr val="dk1"/>
              </a:buClr>
              <a:buSzPts val="1125"/>
              <a:buFont typeface="Arial"/>
              <a:buChar char="»"/>
              <a:defRPr b="0" i="0" sz="1125" u="none" cap="none" strike="noStrike">
                <a:solidFill>
                  <a:schemeClr val="dk1"/>
                </a:solidFill>
                <a:latin typeface="Arial"/>
                <a:ea typeface="Arial"/>
                <a:cs typeface="Arial"/>
                <a:sym typeface="Arial"/>
              </a:defRPr>
            </a:lvl9pPr>
          </a:lstStyle>
          <a:p/>
        </p:txBody>
      </p:sp>
      <p:sp>
        <p:nvSpPr>
          <p:cNvPr id="12" name="Google Shape;12;p11"/>
          <p:cNvSpPr/>
          <p:nvPr/>
        </p:nvSpPr>
        <p:spPr>
          <a:xfrm>
            <a:off x="8843964" y="4959350"/>
            <a:ext cx="256802" cy="178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1" i="0" lang="en-US" sz="563" u="none" cap="none" strike="noStrike">
                <a:solidFill>
                  <a:srgbClr val="000000"/>
                </a:solidFill>
                <a:latin typeface="Arial Narrow"/>
                <a:ea typeface="Arial Narrow"/>
                <a:cs typeface="Arial Narrow"/>
                <a:sym typeface="Arial Narrow"/>
              </a:rPr>
              <a:t>‹#›</a:t>
            </a:fld>
            <a:endParaRPr b="0" i="0" sz="563" u="none" cap="none" strike="noStrike">
              <a:solidFill>
                <a:schemeClr val="dk1"/>
              </a:solidFill>
              <a:latin typeface="Tahoma"/>
              <a:ea typeface="Tahoma"/>
              <a:cs typeface="Tahoma"/>
              <a:sym typeface="Tahoma"/>
            </a:endParaRPr>
          </a:p>
        </p:txBody>
      </p:sp>
      <p:sp>
        <p:nvSpPr>
          <p:cNvPr id="13" name="Google Shape;13;p11"/>
          <p:cNvSpPr/>
          <p:nvPr/>
        </p:nvSpPr>
        <p:spPr>
          <a:xfrm>
            <a:off x="0" y="4922838"/>
            <a:ext cx="9144000" cy="220662"/>
          </a:xfrm>
          <a:prstGeom prst="rect">
            <a:avLst/>
          </a:prstGeom>
          <a:solidFill>
            <a:srgbClr val="CFB8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dk1"/>
              </a:solidFill>
              <a:latin typeface="Times New Roman"/>
              <a:ea typeface="Times New Roman"/>
              <a:cs typeface="Times New Roman"/>
              <a:sym typeface="Times New Roman"/>
            </a:endParaRPr>
          </a:p>
        </p:txBody>
      </p:sp>
      <p:sp>
        <p:nvSpPr>
          <p:cNvPr id="14" name="Google Shape;14;p11"/>
          <p:cNvSpPr/>
          <p:nvPr/>
        </p:nvSpPr>
        <p:spPr>
          <a:xfrm>
            <a:off x="7938" y="4964113"/>
            <a:ext cx="9144000" cy="17145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dk1"/>
              </a:solidFill>
              <a:latin typeface="Times New Roman"/>
              <a:ea typeface="Times New Roman"/>
              <a:cs typeface="Times New Roman"/>
              <a:sym typeface="Times New Roman"/>
            </a:endParaRPr>
          </a:p>
        </p:txBody>
      </p:sp>
      <p:sp>
        <p:nvSpPr>
          <p:cNvPr id="15" name="Google Shape;15;p11"/>
          <p:cNvSpPr txBox="1"/>
          <p:nvPr/>
        </p:nvSpPr>
        <p:spPr>
          <a:xfrm>
            <a:off x="349570" y="4935752"/>
            <a:ext cx="1382110" cy="1962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675" u="none" cap="none" strike="noStrike">
                <a:solidFill>
                  <a:schemeClr val="lt1"/>
                </a:solidFill>
                <a:latin typeface="Arial Narrow"/>
                <a:ea typeface="Arial Narrow"/>
                <a:cs typeface="Arial Narrow"/>
                <a:sym typeface="Arial Narrow"/>
              </a:rPr>
              <a:t>University of Colorado, Boulder</a:t>
            </a:r>
            <a:endParaRPr/>
          </a:p>
        </p:txBody>
      </p:sp>
      <p:sp>
        <p:nvSpPr>
          <p:cNvPr id="16" name="Google Shape;16;p11"/>
          <p:cNvSpPr txBox="1"/>
          <p:nvPr/>
        </p:nvSpPr>
        <p:spPr>
          <a:xfrm>
            <a:off x="5943600" y="4929143"/>
            <a:ext cx="2430042" cy="1962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675" u="none" cap="none" strike="noStrike">
                <a:solidFill>
                  <a:schemeClr val="lt1"/>
                </a:solidFill>
                <a:latin typeface="Arial Narrow"/>
                <a:ea typeface="Arial Narrow"/>
                <a:cs typeface="Arial Narrow"/>
                <a:sym typeface="Arial Narrow"/>
              </a:rPr>
              <a:t>CSCI 4253 – Datacenter Scale Computing</a:t>
            </a:r>
            <a:endParaRPr/>
          </a:p>
        </p:txBody>
      </p:sp>
      <p:sp>
        <p:nvSpPr>
          <p:cNvPr id="17" name="Google Shape;17;p11"/>
          <p:cNvSpPr txBox="1"/>
          <p:nvPr/>
        </p:nvSpPr>
        <p:spPr>
          <a:xfrm>
            <a:off x="8572713" y="4935751"/>
            <a:ext cx="418888" cy="1962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US" sz="675" u="none" cap="none" strike="noStrike">
                <a:solidFill>
                  <a:schemeClr val="lt1"/>
                </a:solidFill>
                <a:latin typeface="Arial Narrow"/>
                <a:ea typeface="Arial Narrow"/>
                <a:cs typeface="Arial Narrow"/>
                <a:sym typeface="Arial Narrow"/>
              </a:rPr>
              <a:t>‹#›</a:t>
            </a:fld>
            <a:endParaRPr b="0" i="0" sz="675" u="none" cap="none" strike="noStrike">
              <a:solidFill>
                <a:schemeClr val="lt1"/>
              </a:solidFill>
              <a:latin typeface="Arial Narrow"/>
              <a:ea typeface="Arial Narrow"/>
              <a:cs typeface="Arial Narrow"/>
              <a:sym typeface="Arial Narrow"/>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hyperlink" Target="https://www.linkedin.com/in/arnibalam/" TargetMode="External"/><Relationship Id="rId4" Type="http://schemas.openxmlformats.org/officeDocument/2006/relationships/image" Target="../media/image6.png"/><Relationship Id="rId5"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1.png"/><Relationship Id="rId5"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
          <p:cNvSpPr txBox="1"/>
          <p:nvPr>
            <p:ph idx="1" type="subTitle"/>
          </p:nvPr>
        </p:nvSpPr>
        <p:spPr>
          <a:xfrm>
            <a:off x="685800" y="2914650"/>
            <a:ext cx="7677492" cy="1314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675"/>
              <a:buNone/>
            </a:pPr>
            <a:r>
              <a:rPr b="1" lang="en-US" sz="1425"/>
              <a:t>OOAD Final project presentation Fall 2023</a:t>
            </a:r>
            <a:endParaRPr b="1" sz="1425"/>
          </a:p>
        </p:txBody>
      </p:sp>
      <p:sp>
        <p:nvSpPr>
          <p:cNvPr id="167" name="Google Shape;167;p1"/>
          <p:cNvSpPr txBox="1"/>
          <p:nvPr>
            <p:ph type="title"/>
          </p:nvPr>
        </p:nvSpPr>
        <p:spPr>
          <a:xfrm>
            <a:off x="2001440" y="1200150"/>
            <a:ext cx="6277401" cy="1657350"/>
          </a:xfrm>
          <a:prstGeom prst="rect">
            <a:avLst/>
          </a:prstGeom>
          <a:noFill/>
          <a:ln>
            <a:noFill/>
          </a:ln>
        </p:spPr>
        <p:txBody>
          <a:bodyPr anchorCtr="0" anchor="ctr" bIns="45700" lIns="91425" spcFirstLastPara="1" rIns="91425" wrap="square" tIns="45700">
            <a:noAutofit/>
          </a:bodyPr>
          <a:lstStyle/>
          <a:p>
            <a:pPr indent="-66675" lvl="0" marL="66675" rtl="0" algn="l">
              <a:spcBef>
                <a:spcPts val="0"/>
              </a:spcBef>
              <a:spcAft>
                <a:spcPts val="0"/>
              </a:spcAft>
              <a:buNone/>
            </a:pPr>
            <a:r>
              <a:rPr lang="en-US"/>
              <a:t>A Web Based Supply Chain Management System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
          <p:cNvSpPr txBox="1"/>
          <p:nvPr>
            <p:ph type="title"/>
          </p:nvPr>
        </p:nvSpPr>
        <p:spPr>
          <a:xfrm>
            <a:off x="374652" y="277813"/>
            <a:ext cx="7591500" cy="571500"/>
          </a:xfrm>
          <a:prstGeom prst="rect">
            <a:avLst/>
          </a:prstGeom>
          <a:noFill/>
          <a:ln>
            <a:noFill/>
          </a:ln>
        </p:spPr>
        <p:txBody>
          <a:bodyPr anchorCtr="0" anchor="ctr" bIns="45700" lIns="91425" spcFirstLastPara="1" rIns="91425" wrap="square" tIns="45700">
            <a:noAutofit/>
          </a:bodyPr>
          <a:lstStyle/>
          <a:p>
            <a:pPr indent="-66675" lvl="0" marL="66675" rtl="0" algn="l">
              <a:spcBef>
                <a:spcPts val="0"/>
              </a:spcBef>
              <a:spcAft>
                <a:spcPts val="0"/>
              </a:spcAft>
              <a:buNone/>
            </a:pPr>
            <a:r>
              <a:rPr lang="en-US"/>
              <a:t>Team Members</a:t>
            </a:r>
            <a:endParaRPr/>
          </a:p>
        </p:txBody>
      </p:sp>
      <p:sp>
        <p:nvSpPr>
          <p:cNvPr id="173" name="Google Shape;173;p2"/>
          <p:cNvSpPr txBox="1"/>
          <p:nvPr>
            <p:ph idx="1" type="body"/>
          </p:nvPr>
        </p:nvSpPr>
        <p:spPr>
          <a:xfrm>
            <a:off x="638181" y="1021558"/>
            <a:ext cx="3871800" cy="3729000"/>
          </a:xfrm>
          <a:prstGeom prst="rect">
            <a:avLst/>
          </a:prstGeom>
          <a:noFill/>
          <a:ln>
            <a:noFill/>
          </a:ln>
        </p:spPr>
        <p:txBody>
          <a:bodyPr anchorCtr="0" anchor="t" bIns="45700" lIns="91425" spcFirstLastPara="1" rIns="91425" wrap="square" tIns="45700">
            <a:noAutofit/>
          </a:bodyPr>
          <a:lstStyle/>
          <a:p>
            <a:pPr indent="0" lvl="0" marL="192087" rtl="0" algn="l">
              <a:spcBef>
                <a:spcPts val="540"/>
              </a:spcBef>
              <a:spcAft>
                <a:spcPts val="0"/>
              </a:spcAft>
              <a:buNone/>
            </a:pPr>
            <a:r>
              <a:rPr lang="en-US" u="sng">
                <a:solidFill>
                  <a:schemeClr val="hlink"/>
                </a:solidFill>
                <a:hlinkClick r:id="rId3"/>
              </a:rPr>
              <a:t>Arnib Alam Farooqui</a:t>
            </a:r>
            <a:endParaRPr/>
          </a:p>
          <a:p>
            <a:pPr indent="-323850" lvl="0" marL="457200" rtl="0" algn="l">
              <a:spcBef>
                <a:spcPts val="540"/>
              </a:spcBef>
              <a:spcAft>
                <a:spcPts val="0"/>
              </a:spcAft>
              <a:buSzPts val="1500"/>
              <a:buChar char="-"/>
            </a:pPr>
            <a:r>
              <a:rPr lang="en-US" sz="1500"/>
              <a:t>Grad Student in Computer Science dept</a:t>
            </a:r>
            <a:endParaRPr sz="1500"/>
          </a:p>
          <a:p>
            <a:pPr indent="0" lvl="0" marL="0" rtl="0" algn="l">
              <a:spcBef>
                <a:spcPts val="540"/>
              </a:spcBef>
              <a:spcAft>
                <a:spcPts val="0"/>
              </a:spcAft>
              <a:buNone/>
            </a:pPr>
            <a:r>
              <a:t/>
            </a:r>
            <a:endParaRPr sz="1500"/>
          </a:p>
          <a:p>
            <a:pPr indent="0" lvl="0" marL="0" rtl="0" algn="l">
              <a:spcBef>
                <a:spcPts val="540"/>
              </a:spcBef>
              <a:spcAft>
                <a:spcPts val="0"/>
              </a:spcAft>
              <a:buNone/>
            </a:pPr>
            <a:r>
              <a:t/>
            </a:r>
            <a:endParaRPr sz="1500"/>
          </a:p>
          <a:p>
            <a:pPr indent="0" lvl="0" marL="0" rtl="0" algn="l">
              <a:spcBef>
                <a:spcPts val="540"/>
              </a:spcBef>
              <a:spcAft>
                <a:spcPts val="0"/>
              </a:spcAft>
              <a:buNone/>
            </a:pPr>
            <a:r>
              <a:t/>
            </a:r>
            <a:endParaRPr sz="1500"/>
          </a:p>
          <a:p>
            <a:pPr indent="0" lvl="0" marL="0" rtl="0" algn="l">
              <a:spcBef>
                <a:spcPts val="540"/>
              </a:spcBef>
              <a:spcAft>
                <a:spcPts val="0"/>
              </a:spcAft>
              <a:buNone/>
            </a:pPr>
            <a:r>
              <a:t/>
            </a:r>
            <a:endParaRPr sz="1500"/>
          </a:p>
          <a:p>
            <a:pPr indent="0" lvl="0" marL="192087" rtl="0" algn="l">
              <a:spcBef>
                <a:spcPts val="540"/>
              </a:spcBef>
              <a:spcAft>
                <a:spcPts val="0"/>
              </a:spcAft>
              <a:buNone/>
            </a:pPr>
            <a:r>
              <a:t/>
            </a:r>
            <a:endParaRPr/>
          </a:p>
        </p:txBody>
      </p:sp>
      <p:sp>
        <p:nvSpPr>
          <p:cNvPr id="174" name="Google Shape;174;p2"/>
          <p:cNvSpPr txBox="1"/>
          <p:nvPr>
            <p:ph idx="2" type="body"/>
          </p:nvPr>
        </p:nvSpPr>
        <p:spPr>
          <a:xfrm>
            <a:off x="4662489" y="1021558"/>
            <a:ext cx="3871800" cy="3729000"/>
          </a:xfrm>
          <a:prstGeom prst="rect">
            <a:avLst/>
          </a:prstGeom>
        </p:spPr>
        <p:txBody>
          <a:bodyPr anchorCtr="0" anchor="t" bIns="45700" lIns="91425" spcFirstLastPara="1" rIns="91425" wrap="square" tIns="45700">
            <a:noAutofit/>
          </a:bodyPr>
          <a:lstStyle/>
          <a:p>
            <a:pPr indent="0" lvl="0" marL="0" rtl="0" algn="l">
              <a:spcBef>
                <a:spcPts val="420"/>
              </a:spcBef>
              <a:spcAft>
                <a:spcPts val="0"/>
              </a:spcAft>
              <a:buNone/>
            </a:pPr>
            <a:r>
              <a:rPr lang="en-US" u="sng"/>
              <a:t>Daniel Hernandez</a:t>
            </a:r>
            <a:endParaRPr u="sng"/>
          </a:p>
          <a:p>
            <a:pPr indent="-251459" lvl="0" marL="457200" rtl="0" algn="l">
              <a:spcBef>
                <a:spcPts val="420"/>
              </a:spcBef>
              <a:spcAft>
                <a:spcPts val="0"/>
              </a:spcAft>
              <a:buSzPts val="360"/>
              <a:buChar char="⬛"/>
            </a:pPr>
            <a:r>
              <a:rPr lang="en-US" sz="1200"/>
              <a:t>Undergrad computer science</a:t>
            </a:r>
            <a:endParaRPr sz="1200"/>
          </a:p>
          <a:p>
            <a:pPr indent="0" lvl="0" marL="0" rtl="0" algn="l">
              <a:spcBef>
                <a:spcPts val="420"/>
              </a:spcBef>
              <a:spcAft>
                <a:spcPts val="0"/>
              </a:spcAft>
              <a:buNone/>
            </a:pPr>
            <a:r>
              <a:t/>
            </a:r>
            <a:endParaRPr sz="1200"/>
          </a:p>
          <a:p>
            <a:pPr indent="0" lvl="0" marL="0" rtl="0" algn="l">
              <a:spcBef>
                <a:spcPts val="420"/>
              </a:spcBef>
              <a:spcAft>
                <a:spcPts val="0"/>
              </a:spcAft>
              <a:buNone/>
            </a:pPr>
            <a:r>
              <a:t/>
            </a:r>
            <a:endParaRPr sz="1200"/>
          </a:p>
          <a:p>
            <a:pPr indent="0" lvl="0" marL="0" rtl="0" algn="l">
              <a:spcBef>
                <a:spcPts val="420"/>
              </a:spcBef>
              <a:spcAft>
                <a:spcPts val="0"/>
              </a:spcAft>
              <a:buNone/>
            </a:pPr>
            <a:r>
              <a:t/>
            </a:r>
            <a:endParaRPr sz="1200"/>
          </a:p>
          <a:p>
            <a:pPr indent="0" lvl="0" marL="0" rtl="0" algn="l">
              <a:spcBef>
                <a:spcPts val="420"/>
              </a:spcBef>
              <a:spcAft>
                <a:spcPts val="0"/>
              </a:spcAft>
              <a:buNone/>
            </a:pPr>
            <a:r>
              <a:t/>
            </a:r>
            <a:endParaRPr sz="1200"/>
          </a:p>
          <a:p>
            <a:pPr indent="0" lvl="0" marL="0" rtl="0" algn="l">
              <a:spcBef>
                <a:spcPts val="420"/>
              </a:spcBef>
              <a:spcAft>
                <a:spcPts val="0"/>
              </a:spcAft>
              <a:buNone/>
            </a:pPr>
            <a:r>
              <a:t/>
            </a:r>
            <a:endParaRPr sz="1200"/>
          </a:p>
          <a:p>
            <a:pPr indent="0" lvl="0" marL="0" rtl="0" algn="l">
              <a:spcBef>
                <a:spcPts val="420"/>
              </a:spcBef>
              <a:spcAft>
                <a:spcPts val="0"/>
              </a:spcAft>
              <a:buNone/>
            </a:pPr>
            <a:r>
              <a:t/>
            </a:r>
            <a:endParaRPr sz="1200"/>
          </a:p>
          <a:p>
            <a:pPr indent="0" lvl="0" marL="0" rtl="0" algn="l">
              <a:spcBef>
                <a:spcPts val="420"/>
              </a:spcBef>
              <a:spcAft>
                <a:spcPts val="0"/>
              </a:spcAft>
              <a:buNone/>
            </a:pPr>
            <a:r>
              <a:t/>
            </a:r>
            <a:endParaRPr sz="1200"/>
          </a:p>
          <a:p>
            <a:pPr indent="0" lvl="0" marL="0" rtl="0" algn="l">
              <a:spcBef>
                <a:spcPts val="420"/>
              </a:spcBef>
              <a:spcAft>
                <a:spcPts val="0"/>
              </a:spcAft>
              <a:buNone/>
            </a:pPr>
            <a:r>
              <a:t/>
            </a:r>
            <a:endParaRPr sz="1200"/>
          </a:p>
        </p:txBody>
      </p:sp>
      <p:pic>
        <p:nvPicPr>
          <p:cNvPr id="175" name="Google Shape;175;p2"/>
          <p:cNvPicPr preferRelativeResize="0"/>
          <p:nvPr/>
        </p:nvPicPr>
        <p:blipFill>
          <a:blip r:embed="rId4">
            <a:alphaModFix/>
          </a:blip>
          <a:stretch>
            <a:fillRect/>
          </a:stretch>
        </p:blipFill>
        <p:spPr>
          <a:xfrm>
            <a:off x="4889800" y="1855225"/>
            <a:ext cx="2374799" cy="2404850"/>
          </a:xfrm>
          <a:prstGeom prst="rect">
            <a:avLst/>
          </a:prstGeom>
          <a:noFill/>
          <a:ln>
            <a:noFill/>
          </a:ln>
        </p:spPr>
      </p:pic>
      <p:pic>
        <p:nvPicPr>
          <p:cNvPr id="176" name="Google Shape;176;p2"/>
          <p:cNvPicPr preferRelativeResize="0"/>
          <p:nvPr/>
        </p:nvPicPr>
        <p:blipFill rotWithShape="1">
          <a:blip r:embed="rId5">
            <a:alphaModFix/>
          </a:blip>
          <a:srcRect b="21393" l="19413" r="0" t="29906"/>
          <a:stretch/>
        </p:blipFill>
        <p:spPr>
          <a:xfrm>
            <a:off x="1148950" y="1855225"/>
            <a:ext cx="3112800" cy="25049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2a6bae94b38_0_14"/>
          <p:cNvSpPr txBox="1"/>
          <p:nvPr>
            <p:ph type="title"/>
          </p:nvPr>
        </p:nvSpPr>
        <p:spPr>
          <a:xfrm>
            <a:off x="357024" y="326759"/>
            <a:ext cx="7592100" cy="571500"/>
          </a:xfrm>
          <a:prstGeom prst="rect">
            <a:avLst/>
          </a:prstGeom>
          <a:noFill/>
          <a:ln>
            <a:noFill/>
          </a:ln>
        </p:spPr>
        <p:txBody>
          <a:bodyPr anchorCtr="0" anchor="ctr" bIns="45700" lIns="91425" spcFirstLastPara="1" rIns="91425" wrap="square" tIns="45700">
            <a:noAutofit/>
          </a:bodyPr>
          <a:lstStyle/>
          <a:p>
            <a:pPr indent="-66675" lvl="0" marL="66675" rtl="0" algn="l">
              <a:spcBef>
                <a:spcPts val="0"/>
              </a:spcBef>
              <a:spcAft>
                <a:spcPts val="0"/>
              </a:spcAft>
              <a:buNone/>
            </a:pPr>
            <a:r>
              <a:rPr lang="en-US"/>
              <a:t>Presentation Outline</a:t>
            </a:r>
            <a:endParaRPr/>
          </a:p>
        </p:txBody>
      </p:sp>
      <p:sp>
        <p:nvSpPr>
          <p:cNvPr id="182" name="Google Shape;182;g2a6bae94b38_0_14"/>
          <p:cNvSpPr txBox="1"/>
          <p:nvPr>
            <p:ph idx="1" type="body"/>
          </p:nvPr>
        </p:nvSpPr>
        <p:spPr>
          <a:xfrm>
            <a:off x="396877" y="1022350"/>
            <a:ext cx="7896300" cy="3729000"/>
          </a:xfrm>
          <a:prstGeom prst="rect">
            <a:avLst/>
          </a:prstGeom>
          <a:noFill/>
          <a:ln>
            <a:noFill/>
          </a:ln>
        </p:spPr>
        <p:txBody>
          <a:bodyPr anchorCtr="0" anchor="t" bIns="45700" lIns="91425" spcFirstLastPara="1" rIns="91425" wrap="square" tIns="45700">
            <a:noAutofit/>
          </a:bodyPr>
          <a:lstStyle/>
          <a:p>
            <a:pPr indent="-192087" lvl="0" marL="192087" rtl="0" algn="l">
              <a:spcBef>
                <a:spcPts val="0"/>
              </a:spcBef>
              <a:spcAft>
                <a:spcPts val="0"/>
              </a:spcAft>
              <a:buSzPts val="1620"/>
              <a:buChar char="⬛"/>
            </a:pPr>
            <a:r>
              <a:rPr lang="en-US"/>
              <a:t>Project Goals</a:t>
            </a:r>
            <a:endParaRPr/>
          </a:p>
          <a:p>
            <a:pPr indent="-192087" lvl="0" marL="192087" rtl="0" algn="l">
              <a:spcBef>
                <a:spcPts val="540"/>
              </a:spcBef>
              <a:spcAft>
                <a:spcPts val="0"/>
              </a:spcAft>
              <a:buSzPts val="1620"/>
              <a:buChar char="⬛"/>
            </a:pPr>
            <a:r>
              <a:rPr lang="en-US"/>
              <a:t>Software and hardware components</a:t>
            </a:r>
            <a:endParaRPr/>
          </a:p>
          <a:p>
            <a:pPr indent="-192087" lvl="0" marL="192087" rtl="0" algn="l">
              <a:spcBef>
                <a:spcPts val="540"/>
              </a:spcBef>
              <a:spcAft>
                <a:spcPts val="0"/>
              </a:spcAft>
              <a:buSzPts val="1620"/>
              <a:buChar char="⬛"/>
            </a:pPr>
            <a:r>
              <a:rPr lang="en-US"/>
              <a:t>Design Process developments</a:t>
            </a:r>
            <a:endParaRPr/>
          </a:p>
          <a:p>
            <a:pPr indent="-192087" lvl="0" marL="192087" rtl="0" algn="l">
              <a:spcBef>
                <a:spcPts val="540"/>
              </a:spcBef>
              <a:spcAft>
                <a:spcPts val="0"/>
              </a:spcAft>
              <a:buSzPts val="1620"/>
              <a:buChar char="⬛"/>
            </a:pPr>
            <a:r>
              <a:rPr lang="en-US"/>
              <a:t>Architectural diagram – description of interactions</a:t>
            </a:r>
            <a:endParaRPr/>
          </a:p>
          <a:p>
            <a:pPr indent="-192087" lvl="0" marL="192087" rtl="0" algn="l">
              <a:spcBef>
                <a:spcPts val="540"/>
              </a:spcBef>
              <a:spcAft>
                <a:spcPts val="0"/>
              </a:spcAft>
              <a:buSzPts val="1620"/>
              <a:buChar char="⬛"/>
            </a:pPr>
            <a:r>
              <a:rPr lang="en-US"/>
              <a:t>What did you learn and what would you do differently?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
          <p:cNvSpPr txBox="1"/>
          <p:nvPr>
            <p:ph type="title"/>
          </p:nvPr>
        </p:nvSpPr>
        <p:spPr>
          <a:xfrm>
            <a:off x="357024" y="326759"/>
            <a:ext cx="7592093" cy="571500"/>
          </a:xfrm>
          <a:prstGeom prst="rect">
            <a:avLst/>
          </a:prstGeom>
          <a:noFill/>
          <a:ln>
            <a:noFill/>
          </a:ln>
        </p:spPr>
        <p:txBody>
          <a:bodyPr anchorCtr="0" anchor="ctr" bIns="45700" lIns="91425" spcFirstLastPara="1" rIns="91425" wrap="square" tIns="45700">
            <a:noAutofit/>
          </a:bodyPr>
          <a:lstStyle/>
          <a:p>
            <a:pPr indent="-66675" lvl="0" marL="66675" rtl="0" algn="l">
              <a:spcBef>
                <a:spcPts val="0"/>
              </a:spcBef>
              <a:spcAft>
                <a:spcPts val="0"/>
              </a:spcAft>
              <a:buNone/>
            </a:pPr>
            <a:r>
              <a:rPr lang="en-US"/>
              <a:t>WBSCM : Web Based Supply Chain </a:t>
            </a:r>
            <a:r>
              <a:rPr lang="en-US"/>
              <a:t>Management</a:t>
            </a:r>
            <a:endParaRPr/>
          </a:p>
        </p:txBody>
      </p:sp>
      <p:pic>
        <p:nvPicPr>
          <p:cNvPr id="188" name="Google Shape;188;p3"/>
          <p:cNvPicPr preferRelativeResize="0"/>
          <p:nvPr/>
        </p:nvPicPr>
        <p:blipFill>
          <a:blip r:embed="rId3">
            <a:alphaModFix/>
          </a:blip>
          <a:stretch>
            <a:fillRect/>
          </a:stretch>
        </p:blipFill>
        <p:spPr>
          <a:xfrm>
            <a:off x="152400" y="1050651"/>
            <a:ext cx="3940449" cy="3688824"/>
          </a:xfrm>
          <a:prstGeom prst="rect">
            <a:avLst/>
          </a:prstGeom>
          <a:noFill/>
          <a:ln>
            <a:noFill/>
          </a:ln>
        </p:spPr>
      </p:pic>
      <p:pic>
        <p:nvPicPr>
          <p:cNvPr id="189" name="Google Shape;189;p3"/>
          <p:cNvPicPr preferRelativeResize="0"/>
          <p:nvPr/>
        </p:nvPicPr>
        <p:blipFill>
          <a:blip r:embed="rId4">
            <a:alphaModFix/>
          </a:blip>
          <a:stretch>
            <a:fillRect/>
          </a:stretch>
        </p:blipFill>
        <p:spPr>
          <a:xfrm>
            <a:off x="5216874" y="1050651"/>
            <a:ext cx="3613701" cy="36137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2a6bae94b38_0_172"/>
          <p:cNvSpPr txBox="1"/>
          <p:nvPr>
            <p:ph type="title"/>
          </p:nvPr>
        </p:nvSpPr>
        <p:spPr>
          <a:xfrm>
            <a:off x="357024" y="326759"/>
            <a:ext cx="7592100" cy="571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Project Goals</a:t>
            </a:r>
            <a:endParaRPr/>
          </a:p>
        </p:txBody>
      </p:sp>
      <p:sp>
        <p:nvSpPr>
          <p:cNvPr id="196" name="Google Shape;196;g2a6bae94b38_0_172"/>
          <p:cNvSpPr txBox="1"/>
          <p:nvPr>
            <p:ph idx="1" type="body"/>
          </p:nvPr>
        </p:nvSpPr>
        <p:spPr>
          <a:xfrm>
            <a:off x="396877" y="1022350"/>
            <a:ext cx="7896300" cy="3729000"/>
          </a:xfrm>
          <a:prstGeom prst="rect">
            <a:avLst/>
          </a:prstGeom>
        </p:spPr>
        <p:txBody>
          <a:bodyPr anchorCtr="0" anchor="t" bIns="45700" lIns="91425" spcFirstLastPara="1" rIns="91425" wrap="square" tIns="45700">
            <a:noAutofit/>
          </a:bodyPr>
          <a:lstStyle/>
          <a:p>
            <a:pPr indent="0" lvl="0" marL="0" rtl="0" algn="l">
              <a:spcBef>
                <a:spcPts val="540"/>
              </a:spcBef>
              <a:spcAft>
                <a:spcPts val="0"/>
              </a:spcAft>
              <a:buClr>
                <a:schemeClr val="dk1"/>
              </a:buClr>
              <a:buSzPts val="1100"/>
              <a:buFont typeface="Arial"/>
              <a:buNone/>
            </a:pPr>
            <a:r>
              <a:t/>
            </a:r>
            <a:endParaRPr b="0" sz="1400"/>
          </a:p>
          <a:p>
            <a:pPr indent="0" lvl="0" marL="0" rtl="0" algn="l">
              <a:spcBef>
                <a:spcPts val="540"/>
              </a:spcBef>
              <a:spcAft>
                <a:spcPts val="0"/>
              </a:spcAft>
              <a:buNone/>
            </a:pPr>
            <a:r>
              <a:rPr b="0" lang="en-US" sz="1400"/>
              <a:t>Our project aimed to develop a robust and scalable Supply Chain Management system, enhanced with key functionalities like product management, order tracking, and efficient purchase processes. Applying OOAD patterns greatly contributed to the structure and maintainability of the system. With comprehensive customer information management and extended warranty benefits for specific product types, we ensured a premium user experience.</a:t>
            </a:r>
            <a:endParaRPr b="0" sz="1400"/>
          </a:p>
        </p:txBody>
      </p:sp>
      <p:pic>
        <p:nvPicPr>
          <p:cNvPr id="197" name="Google Shape;197;g2a6bae94b38_0_172"/>
          <p:cNvPicPr preferRelativeResize="0"/>
          <p:nvPr/>
        </p:nvPicPr>
        <p:blipFill>
          <a:blip r:embed="rId3">
            <a:alphaModFix/>
          </a:blip>
          <a:stretch>
            <a:fillRect/>
          </a:stretch>
        </p:blipFill>
        <p:spPr>
          <a:xfrm>
            <a:off x="5772850" y="2356000"/>
            <a:ext cx="2520325" cy="2520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2a6bae94b38_0_186"/>
          <p:cNvSpPr txBox="1"/>
          <p:nvPr>
            <p:ph type="title"/>
          </p:nvPr>
        </p:nvSpPr>
        <p:spPr>
          <a:xfrm>
            <a:off x="357024" y="326759"/>
            <a:ext cx="7592100" cy="571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Design Components (Software/Hardware)</a:t>
            </a:r>
            <a:endParaRPr/>
          </a:p>
        </p:txBody>
      </p:sp>
      <p:sp>
        <p:nvSpPr>
          <p:cNvPr id="204" name="Google Shape;204;g2a6bae94b38_0_186"/>
          <p:cNvSpPr txBox="1"/>
          <p:nvPr>
            <p:ph idx="1" type="body"/>
          </p:nvPr>
        </p:nvSpPr>
        <p:spPr>
          <a:xfrm>
            <a:off x="396877" y="1022350"/>
            <a:ext cx="7896300" cy="3729000"/>
          </a:xfrm>
          <a:prstGeom prst="rect">
            <a:avLst/>
          </a:prstGeom>
        </p:spPr>
        <p:txBody>
          <a:bodyPr anchorCtr="0" anchor="t" bIns="45700" lIns="91425" spcFirstLastPara="1" rIns="91425" wrap="square" tIns="45700">
            <a:noAutofit/>
          </a:bodyPr>
          <a:lstStyle/>
          <a:p>
            <a:pPr indent="0" lvl="0" marL="0" rtl="0" algn="l">
              <a:spcBef>
                <a:spcPts val="540"/>
              </a:spcBef>
              <a:spcAft>
                <a:spcPts val="0"/>
              </a:spcAft>
              <a:buNone/>
            </a:pPr>
            <a:r>
              <a:t/>
            </a:r>
            <a:endParaRPr b="0" sz="1200"/>
          </a:p>
          <a:p>
            <a:pPr indent="-317500" lvl="0" marL="457200" rtl="0" algn="l">
              <a:spcBef>
                <a:spcPts val="540"/>
              </a:spcBef>
              <a:spcAft>
                <a:spcPts val="0"/>
              </a:spcAft>
              <a:buSzPts val="1400"/>
              <a:buChar char="⬛"/>
            </a:pPr>
            <a:r>
              <a:rPr b="0" lang="en-US" sz="1400"/>
              <a:t>Spring Boot Framework: It's used to simplify the creation of stand-alone, production-grade Spring-based applications.</a:t>
            </a:r>
            <a:endParaRPr b="0" sz="1400"/>
          </a:p>
          <a:p>
            <a:pPr indent="-317500" lvl="0" marL="457200" rtl="0" algn="l">
              <a:spcBef>
                <a:spcPts val="0"/>
              </a:spcBef>
              <a:spcAft>
                <a:spcPts val="0"/>
              </a:spcAft>
              <a:buSzPts val="1400"/>
              <a:buChar char="⬛"/>
            </a:pPr>
            <a:r>
              <a:rPr b="0" lang="en-US" sz="1400"/>
              <a:t>MySQL: A relational database management system used to store and retrieve data.</a:t>
            </a:r>
            <a:endParaRPr b="0" sz="1400"/>
          </a:p>
          <a:p>
            <a:pPr indent="-317500" lvl="0" marL="457200" rtl="0" algn="l">
              <a:spcBef>
                <a:spcPts val="0"/>
              </a:spcBef>
              <a:spcAft>
                <a:spcPts val="0"/>
              </a:spcAft>
              <a:buSzPts val="1400"/>
              <a:buChar char="⬛"/>
            </a:pPr>
            <a:r>
              <a:rPr b="0" lang="en-US" sz="1400"/>
              <a:t>Spring Initializr: A quickstart generator that helps in setting up a project and pulls all necessary dependencies for the application.</a:t>
            </a:r>
            <a:endParaRPr b="0" sz="1400"/>
          </a:p>
          <a:p>
            <a:pPr indent="-317500" lvl="0" marL="457200" rtl="0" algn="l">
              <a:spcBef>
                <a:spcPts val="0"/>
              </a:spcBef>
              <a:spcAft>
                <a:spcPts val="0"/>
              </a:spcAft>
              <a:buSzPts val="1400"/>
              <a:buChar char="⬛"/>
            </a:pPr>
            <a:r>
              <a:rPr b="0" lang="en-US" sz="1400"/>
              <a:t>Spring MVC: Used for designing the architecture of the application with integrated @RestController to handle HTTP requests and responses.</a:t>
            </a:r>
            <a:endParaRPr b="0" sz="1400"/>
          </a:p>
          <a:p>
            <a:pPr indent="-317500" lvl="0" marL="457200" rtl="0" algn="l">
              <a:spcBef>
                <a:spcPts val="0"/>
              </a:spcBef>
              <a:spcAft>
                <a:spcPts val="0"/>
              </a:spcAft>
              <a:buSzPts val="1400"/>
              <a:buChar char="⬛"/>
            </a:pPr>
            <a:r>
              <a:rPr b="0" lang="en-US" sz="1400"/>
              <a:t>Postman: A handy tool used for testing REST API calls, useful in sending, receiving, and analysing HTTP (POST, GET or DELETE) requests to/from the server.</a:t>
            </a:r>
            <a:endParaRPr b="0" sz="1400"/>
          </a:p>
          <a:p>
            <a:pPr indent="-317500" lvl="0" marL="457200" rtl="0" algn="l">
              <a:spcBef>
                <a:spcPts val="0"/>
              </a:spcBef>
              <a:spcAft>
                <a:spcPts val="0"/>
              </a:spcAft>
              <a:buSzPts val="1400"/>
              <a:buChar char="⬛"/>
            </a:pPr>
            <a:r>
              <a:rPr b="0" lang="en-US" sz="1400"/>
              <a:t>Java Development Kit (JDK): A must-have development environment to develop applications and applets that involve the Java programming language.</a:t>
            </a:r>
            <a:endParaRPr b="0" sz="1400"/>
          </a:p>
          <a:p>
            <a:pPr indent="0" lvl="0" marL="0" rtl="0" algn="l">
              <a:spcBef>
                <a:spcPts val="540"/>
              </a:spcBef>
              <a:spcAft>
                <a:spcPts val="0"/>
              </a:spcAft>
              <a:buNone/>
            </a:pPr>
            <a:r>
              <a:t/>
            </a:r>
            <a:endParaRPr b="0" sz="1400"/>
          </a:p>
          <a:p>
            <a:pPr indent="0" lvl="0" marL="0" rtl="0" algn="l">
              <a:spcBef>
                <a:spcPts val="540"/>
              </a:spcBef>
              <a:spcAft>
                <a:spcPts val="0"/>
              </a:spcAft>
              <a:buNone/>
            </a:pPr>
            <a:r>
              <a:t/>
            </a:r>
            <a:endParaRPr b="0" sz="1200"/>
          </a:p>
        </p:txBody>
      </p:sp>
      <p:pic>
        <p:nvPicPr>
          <p:cNvPr id="205" name="Google Shape;205;g2a6bae94b38_0_186"/>
          <p:cNvPicPr preferRelativeResize="0"/>
          <p:nvPr/>
        </p:nvPicPr>
        <p:blipFill>
          <a:blip r:embed="rId3">
            <a:alphaModFix/>
          </a:blip>
          <a:stretch>
            <a:fillRect/>
          </a:stretch>
        </p:blipFill>
        <p:spPr>
          <a:xfrm>
            <a:off x="5713550" y="3454900"/>
            <a:ext cx="3430450" cy="1470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2a6bae94b38_0_179"/>
          <p:cNvSpPr txBox="1"/>
          <p:nvPr>
            <p:ph type="title"/>
          </p:nvPr>
        </p:nvSpPr>
        <p:spPr>
          <a:xfrm>
            <a:off x="357024" y="326759"/>
            <a:ext cx="7592100" cy="571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Design Process development</a:t>
            </a:r>
            <a:endParaRPr/>
          </a:p>
        </p:txBody>
      </p:sp>
      <p:sp>
        <p:nvSpPr>
          <p:cNvPr id="212" name="Google Shape;212;g2a6bae94b38_0_179"/>
          <p:cNvSpPr txBox="1"/>
          <p:nvPr>
            <p:ph idx="1" type="body"/>
          </p:nvPr>
        </p:nvSpPr>
        <p:spPr>
          <a:xfrm>
            <a:off x="396877" y="1022350"/>
            <a:ext cx="7896300" cy="3729000"/>
          </a:xfrm>
          <a:prstGeom prst="rect">
            <a:avLst/>
          </a:prstGeom>
        </p:spPr>
        <p:txBody>
          <a:bodyPr anchorCtr="0" anchor="t" bIns="45700" lIns="91425" spcFirstLastPara="1" rIns="91425" wrap="square" tIns="45700">
            <a:noAutofit/>
          </a:bodyPr>
          <a:lstStyle/>
          <a:p>
            <a:pPr indent="0" lvl="0" marL="0" rtl="0" algn="l">
              <a:spcBef>
                <a:spcPts val="540"/>
              </a:spcBef>
              <a:spcAft>
                <a:spcPts val="0"/>
              </a:spcAft>
              <a:buNone/>
            </a:pPr>
            <a:r>
              <a:t/>
            </a:r>
            <a:endParaRPr b="0" sz="1200"/>
          </a:p>
          <a:p>
            <a:pPr indent="-317500" lvl="0" marL="457200" rtl="0" algn="l">
              <a:spcBef>
                <a:spcPts val="540"/>
              </a:spcBef>
              <a:spcAft>
                <a:spcPts val="0"/>
              </a:spcAft>
              <a:buSzPts val="1400"/>
              <a:buChar char="⬛"/>
            </a:pPr>
            <a:r>
              <a:rPr b="0" lang="en-US" sz="1400"/>
              <a:t>Back-End Development: Build a robust SCM system to ensure high performance.</a:t>
            </a:r>
            <a:endParaRPr b="0" sz="1400"/>
          </a:p>
          <a:p>
            <a:pPr indent="-317500" lvl="0" marL="457200" rtl="0" algn="l">
              <a:spcBef>
                <a:spcPts val="0"/>
              </a:spcBef>
              <a:spcAft>
                <a:spcPts val="0"/>
              </a:spcAft>
              <a:buSzPts val="1400"/>
              <a:buChar char="⬛"/>
            </a:pPr>
            <a:r>
              <a:rPr b="0" lang="en-US" sz="1400"/>
              <a:t>Database Interaction: Seamlessly integrate the system with a MySQL database for efficient data management.</a:t>
            </a:r>
            <a:endParaRPr b="0" sz="1400"/>
          </a:p>
          <a:p>
            <a:pPr indent="-317500" lvl="0" marL="457200" rtl="0" algn="l">
              <a:spcBef>
                <a:spcPts val="0"/>
              </a:spcBef>
              <a:spcAft>
                <a:spcPts val="0"/>
              </a:spcAft>
              <a:buSzPts val="1400"/>
              <a:buChar char="⬛"/>
            </a:pPr>
            <a:r>
              <a:rPr b="0" lang="en-US" sz="1400"/>
              <a:t>Functionalities Creation: Develop integral features such as product and order management, shopping cart functions, and order tracking.</a:t>
            </a:r>
            <a:endParaRPr b="0" sz="1400"/>
          </a:p>
          <a:p>
            <a:pPr indent="-317500" lvl="0" marL="457200" rtl="0" algn="l">
              <a:spcBef>
                <a:spcPts val="0"/>
              </a:spcBef>
              <a:spcAft>
                <a:spcPts val="0"/>
              </a:spcAft>
              <a:buSzPts val="1400"/>
              <a:buChar char="⬛"/>
            </a:pPr>
            <a:r>
              <a:rPr b="0" lang="en-US" sz="1400"/>
              <a:t>OOAD Pattern Usage: Use </a:t>
            </a:r>
            <a:r>
              <a:rPr b="0" lang="en-US" sz="1400"/>
              <a:t>Abstract</a:t>
            </a:r>
            <a:r>
              <a:rPr b="0" lang="en-US" sz="1400"/>
              <a:t> Factory, Strategy, DAO, Observer, and Singleton patterns for a structured and maintainable system.</a:t>
            </a:r>
            <a:endParaRPr b="0" sz="1400"/>
          </a:p>
          <a:p>
            <a:pPr indent="-317500" lvl="0" marL="457200" rtl="0" algn="l">
              <a:spcBef>
                <a:spcPts val="0"/>
              </a:spcBef>
              <a:spcAft>
                <a:spcPts val="0"/>
              </a:spcAft>
              <a:buSzPts val="1400"/>
              <a:buChar char="⬛"/>
            </a:pPr>
            <a:r>
              <a:rPr b="0" lang="en-US" sz="1400"/>
              <a:t>Scalability: Design the system to accommodate future growth with more suppliers, products, and customers.</a:t>
            </a:r>
            <a:endParaRPr b="0" sz="1400"/>
          </a:p>
          <a:p>
            <a:pPr indent="-317500" lvl="0" marL="457200" rtl="0" algn="l">
              <a:spcBef>
                <a:spcPts val="0"/>
              </a:spcBef>
              <a:spcAft>
                <a:spcPts val="0"/>
              </a:spcAft>
              <a:buSzPts val="1400"/>
              <a:buChar char="⬛"/>
            </a:pPr>
            <a:r>
              <a:rPr b="0" lang="en-US" sz="1400"/>
              <a:t>Verify the system using tools like Postman to ensure its reliability.</a:t>
            </a:r>
            <a:endParaRPr b="0" sz="1400"/>
          </a:p>
          <a:p>
            <a:pPr indent="-317500" lvl="0" marL="457200" rtl="0" algn="l">
              <a:spcBef>
                <a:spcPts val="0"/>
              </a:spcBef>
              <a:spcAft>
                <a:spcPts val="0"/>
              </a:spcAft>
              <a:buSzPts val="1400"/>
              <a:buChar char="⬛"/>
            </a:pPr>
            <a:r>
              <a:rPr b="0" lang="en-US" sz="1400"/>
              <a:t>User Interface: Establish an intuitive text-based UI prioritizing backend functionality.</a:t>
            </a:r>
            <a:endParaRPr b="0" sz="1400"/>
          </a:p>
          <a:p>
            <a:pPr indent="-317500" lvl="0" marL="457200" rtl="0" algn="l">
              <a:spcBef>
                <a:spcPts val="0"/>
              </a:spcBef>
              <a:spcAft>
                <a:spcPts val="0"/>
              </a:spcAft>
              <a:buSzPts val="1400"/>
              <a:buChar char="⬛"/>
            </a:pPr>
            <a:r>
              <a:rPr b="0" lang="en-US" sz="1400"/>
              <a:t>Checkout Process: Facilitate a smooth customer checkout experience.</a:t>
            </a:r>
            <a:endParaRPr b="0" sz="1400"/>
          </a:p>
          <a:p>
            <a:pPr indent="-317500" lvl="0" marL="457200" rtl="0" algn="l">
              <a:spcBef>
                <a:spcPts val="0"/>
              </a:spcBef>
              <a:spcAft>
                <a:spcPts val="0"/>
              </a:spcAft>
              <a:buSzPts val="1400"/>
              <a:buChar char="⬛"/>
            </a:pPr>
            <a:r>
              <a:rPr b="0" lang="en-US" sz="1400"/>
              <a:t>Customer Information Management: Store customer data to promote efficient service.</a:t>
            </a:r>
            <a:endParaRPr b="0"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2a6bae94b38_0_193"/>
          <p:cNvSpPr txBox="1"/>
          <p:nvPr>
            <p:ph type="title"/>
          </p:nvPr>
        </p:nvSpPr>
        <p:spPr>
          <a:xfrm>
            <a:off x="357024" y="326759"/>
            <a:ext cx="7592100" cy="571500"/>
          </a:xfrm>
          <a:prstGeom prst="rect">
            <a:avLst/>
          </a:prstGeom>
        </p:spPr>
        <p:txBody>
          <a:bodyPr anchorCtr="0" anchor="ctr" bIns="45700" lIns="91425" spcFirstLastPara="1" rIns="91425" wrap="square" tIns="45700">
            <a:noAutofit/>
          </a:bodyPr>
          <a:lstStyle/>
          <a:p>
            <a:pPr indent="0" lvl="0" marL="0" rtl="0" algn="l">
              <a:spcBef>
                <a:spcPts val="540"/>
              </a:spcBef>
              <a:spcAft>
                <a:spcPts val="0"/>
              </a:spcAft>
              <a:buNone/>
            </a:pPr>
            <a:r>
              <a:rPr lang="en-US"/>
              <a:t>Architectural diagram </a:t>
            </a:r>
            <a:endParaRPr/>
          </a:p>
        </p:txBody>
      </p:sp>
      <p:sp>
        <p:nvSpPr>
          <p:cNvPr id="219" name="Google Shape;219;g2a6bae94b38_0_193"/>
          <p:cNvSpPr txBox="1"/>
          <p:nvPr>
            <p:ph idx="1" type="body"/>
          </p:nvPr>
        </p:nvSpPr>
        <p:spPr>
          <a:xfrm>
            <a:off x="396877" y="1022350"/>
            <a:ext cx="7896300" cy="3729000"/>
          </a:xfrm>
          <a:prstGeom prst="rect">
            <a:avLst/>
          </a:prstGeom>
        </p:spPr>
        <p:txBody>
          <a:bodyPr anchorCtr="0" anchor="t" bIns="45700" lIns="91425" spcFirstLastPara="1" rIns="91425" wrap="square" tIns="45700">
            <a:noAutofit/>
          </a:bodyPr>
          <a:lstStyle/>
          <a:p>
            <a:pPr indent="0" lvl="0" marL="0" rtl="0" algn="l">
              <a:spcBef>
                <a:spcPts val="540"/>
              </a:spcBef>
              <a:spcAft>
                <a:spcPts val="0"/>
              </a:spcAft>
              <a:buNone/>
            </a:pPr>
            <a:r>
              <a:t/>
            </a:r>
            <a:endParaRPr/>
          </a:p>
        </p:txBody>
      </p:sp>
      <p:pic>
        <p:nvPicPr>
          <p:cNvPr id="220" name="Google Shape;220;g2a6bae94b38_0_193"/>
          <p:cNvPicPr preferRelativeResize="0"/>
          <p:nvPr/>
        </p:nvPicPr>
        <p:blipFill>
          <a:blip r:embed="rId3">
            <a:alphaModFix/>
          </a:blip>
          <a:stretch>
            <a:fillRect/>
          </a:stretch>
        </p:blipFill>
        <p:spPr>
          <a:xfrm>
            <a:off x="396875" y="1022350"/>
            <a:ext cx="5868800" cy="37290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2a6bae94b38_2_0"/>
          <p:cNvSpPr txBox="1"/>
          <p:nvPr>
            <p:ph type="title"/>
          </p:nvPr>
        </p:nvSpPr>
        <p:spPr>
          <a:xfrm>
            <a:off x="357024" y="326759"/>
            <a:ext cx="7592100" cy="571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MySQL server </a:t>
            </a:r>
            <a:endParaRPr/>
          </a:p>
        </p:txBody>
      </p:sp>
      <p:sp>
        <p:nvSpPr>
          <p:cNvPr id="227" name="Google Shape;227;g2a6bae94b38_2_0"/>
          <p:cNvSpPr txBox="1"/>
          <p:nvPr>
            <p:ph idx="1" type="body"/>
          </p:nvPr>
        </p:nvSpPr>
        <p:spPr>
          <a:xfrm>
            <a:off x="396877" y="1022350"/>
            <a:ext cx="7896300" cy="3729000"/>
          </a:xfrm>
          <a:prstGeom prst="rect">
            <a:avLst/>
          </a:prstGeom>
        </p:spPr>
        <p:txBody>
          <a:bodyPr anchorCtr="0" anchor="t" bIns="45700" lIns="91425" spcFirstLastPara="1" rIns="91425" wrap="square" tIns="45700">
            <a:noAutofit/>
          </a:bodyPr>
          <a:lstStyle/>
          <a:p>
            <a:pPr indent="-317500" lvl="0" marL="457200" rtl="0" algn="l">
              <a:spcBef>
                <a:spcPts val="540"/>
              </a:spcBef>
              <a:spcAft>
                <a:spcPts val="0"/>
              </a:spcAft>
              <a:buSzPts val="1400"/>
              <a:buChar char="⬛"/>
            </a:pPr>
            <a:r>
              <a:rPr b="0" lang="en-US" sz="1400"/>
              <a:t>Usage of MySQL server for database creation and </a:t>
            </a:r>
            <a:r>
              <a:rPr b="0" lang="en-US" sz="1400"/>
              <a:t>management. MySql server offers a relatively simple way to see and build and edit databases for projects. </a:t>
            </a:r>
            <a:endParaRPr b="0" sz="1400"/>
          </a:p>
          <a:p>
            <a:pPr indent="-317500" lvl="0" marL="457200" rtl="0" algn="l">
              <a:spcBef>
                <a:spcPts val="0"/>
              </a:spcBef>
              <a:spcAft>
                <a:spcPts val="0"/>
              </a:spcAft>
              <a:buSzPts val="1400"/>
              <a:buChar char="⬛"/>
            </a:pPr>
            <a:r>
              <a:rPr b="0" lang="en-US" sz="1400"/>
              <a:t>Able to utilize built in SQL server to host database and run query responses from back end. </a:t>
            </a:r>
            <a:endParaRPr b="0" sz="1400"/>
          </a:p>
          <a:p>
            <a:pPr indent="-317500" lvl="0" marL="457200" rtl="0" algn="l">
              <a:spcBef>
                <a:spcPts val="0"/>
              </a:spcBef>
              <a:spcAft>
                <a:spcPts val="0"/>
              </a:spcAft>
              <a:buSzPts val="1400"/>
              <a:buChar char="⬛"/>
            </a:pPr>
            <a:r>
              <a:rPr b="0" lang="en-US" sz="1400"/>
              <a:t>Ran into some issues with connection to database via IDE, however marketplace extensions for both IntelliJ and VScode allowed for simple database connection within the application.</a:t>
            </a:r>
            <a:endParaRPr b="0" sz="1400"/>
          </a:p>
        </p:txBody>
      </p:sp>
      <p:pic>
        <p:nvPicPr>
          <p:cNvPr id="228" name="Google Shape;228;g2a6bae94b38_2_0"/>
          <p:cNvPicPr preferRelativeResize="0"/>
          <p:nvPr/>
        </p:nvPicPr>
        <p:blipFill>
          <a:blip r:embed="rId3">
            <a:alphaModFix/>
          </a:blip>
          <a:stretch>
            <a:fillRect/>
          </a:stretch>
        </p:blipFill>
        <p:spPr>
          <a:xfrm>
            <a:off x="473150" y="2318800"/>
            <a:ext cx="6061626" cy="2360950"/>
          </a:xfrm>
          <a:prstGeom prst="rect">
            <a:avLst/>
          </a:prstGeom>
          <a:noFill/>
          <a:ln>
            <a:noFill/>
          </a:ln>
        </p:spPr>
      </p:pic>
      <p:pic>
        <p:nvPicPr>
          <p:cNvPr id="229" name="Google Shape;229;g2a6bae94b38_2_0"/>
          <p:cNvPicPr preferRelativeResize="0"/>
          <p:nvPr/>
        </p:nvPicPr>
        <p:blipFill>
          <a:blip r:embed="rId4">
            <a:alphaModFix/>
          </a:blip>
          <a:stretch>
            <a:fillRect/>
          </a:stretch>
        </p:blipFill>
        <p:spPr>
          <a:xfrm>
            <a:off x="6173090" y="0"/>
            <a:ext cx="1635758" cy="1022349"/>
          </a:xfrm>
          <a:prstGeom prst="rect">
            <a:avLst/>
          </a:prstGeom>
          <a:noFill/>
          <a:ln>
            <a:noFill/>
          </a:ln>
        </p:spPr>
      </p:pic>
      <p:pic>
        <p:nvPicPr>
          <p:cNvPr id="230" name="Google Shape;230;g2a6bae94b38_2_0"/>
          <p:cNvPicPr preferRelativeResize="0"/>
          <p:nvPr/>
        </p:nvPicPr>
        <p:blipFill rotWithShape="1">
          <a:blip r:embed="rId5">
            <a:alphaModFix/>
          </a:blip>
          <a:srcRect b="1870" l="0" r="0" t="-1870"/>
          <a:stretch/>
        </p:blipFill>
        <p:spPr>
          <a:xfrm>
            <a:off x="6579050" y="2679775"/>
            <a:ext cx="2316700" cy="1999975"/>
          </a:xfrm>
          <a:prstGeom prst="rect">
            <a:avLst/>
          </a:prstGeom>
          <a:noFill/>
          <a:ln>
            <a:noFill/>
          </a:ln>
        </p:spPr>
      </p:pic>
      <p:sp>
        <p:nvSpPr>
          <p:cNvPr id="231" name="Google Shape;231;g2a6bae94b38_2_0"/>
          <p:cNvSpPr/>
          <p:nvPr/>
        </p:nvSpPr>
        <p:spPr>
          <a:xfrm>
            <a:off x="6712775" y="2351575"/>
            <a:ext cx="1887900" cy="328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Database: ooad_final</a:t>
            </a:r>
            <a:endParaRPr>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5"/>
          <p:cNvSpPr txBox="1"/>
          <p:nvPr>
            <p:ph type="title"/>
          </p:nvPr>
        </p:nvSpPr>
        <p:spPr>
          <a:xfrm>
            <a:off x="325924" y="31509"/>
            <a:ext cx="7592100" cy="571500"/>
          </a:xfrm>
          <a:prstGeom prst="rect">
            <a:avLst/>
          </a:prstGeom>
          <a:noFill/>
          <a:ln>
            <a:noFill/>
          </a:ln>
        </p:spPr>
        <p:txBody>
          <a:bodyPr anchorCtr="0" anchor="ctr" bIns="45700" lIns="91425" spcFirstLastPara="1" rIns="91425" wrap="square" tIns="45700">
            <a:noAutofit/>
          </a:bodyPr>
          <a:lstStyle/>
          <a:p>
            <a:pPr indent="-66675" lvl="0" marL="66675" rtl="0" algn="l">
              <a:spcBef>
                <a:spcPts val="0"/>
              </a:spcBef>
              <a:spcAft>
                <a:spcPts val="0"/>
              </a:spcAft>
              <a:buNone/>
            </a:pPr>
            <a:r>
              <a:rPr lang="en-US"/>
              <a:t>Database Schema via MySql Workbench</a:t>
            </a:r>
            <a:endParaRPr/>
          </a:p>
        </p:txBody>
      </p:sp>
      <p:pic>
        <p:nvPicPr>
          <p:cNvPr id="238" name="Google Shape;238;p5"/>
          <p:cNvPicPr preferRelativeResize="0"/>
          <p:nvPr/>
        </p:nvPicPr>
        <p:blipFill>
          <a:blip r:embed="rId3">
            <a:alphaModFix/>
          </a:blip>
          <a:stretch>
            <a:fillRect/>
          </a:stretch>
        </p:blipFill>
        <p:spPr>
          <a:xfrm>
            <a:off x="902887" y="2061925"/>
            <a:ext cx="6105538" cy="2797075"/>
          </a:xfrm>
          <a:prstGeom prst="rect">
            <a:avLst/>
          </a:prstGeom>
          <a:noFill/>
          <a:ln>
            <a:noFill/>
          </a:ln>
        </p:spPr>
      </p:pic>
      <p:pic>
        <p:nvPicPr>
          <p:cNvPr id="239" name="Google Shape;239;p5"/>
          <p:cNvPicPr preferRelativeResize="0"/>
          <p:nvPr/>
        </p:nvPicPr>
        <p:blipFill>
          <a:blip r:embed="rId4">
            <a:alphaModFix/>
          </a:blip>
          <a:stretch>
            <a:fillRect/>
          </a:stretch>
        </p:blipFill>
        <p:spPr>
          <a:xfrm>
            <a:off x="152400" y="755409"/>
            <a:ext cx="8037409" cy="130651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2a6bae94b38_2_24"/>
          <p:cNvSpPr txBox="1"/>
          <p:nvPr>
            <p:ph type="title"/>
          </p:nvPr>
        </p:nvSpPr>
        <p:spPr>
          <a:xfrm>
            <a:off x="357024" y="326759"/>
            <a:ext cx="7592100" cy="571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UI Component</a:t>
            </a:r>
            <a:endParaRPr/>
          </a:p>
        </p:txBody>
      </p:sp>
      <p:sp>
        <p:nvSpPr>
          <p:cNvPr id="246" name="Google Shape;246;g2a6bae94b38_2_24"/>
          <p:cNvSpPr txBox="1"/>
          <p:nvPr>
            <p:ph idx="1" type="body"/>
          </p:nvPr>
        </p:nvSpPr>
        <p:spPr>
          <a:xfrm>
            <a:off x="396877" y="1022350"/>
            <a:ext cx="7896300" cy="3729000"/>
          </a:xfrm>
          <a:prstGeom prst="rect">
            <a:avLst/>
          </a:prstGeom>
        </p:spPr>
        <p:txBody>
          <a:bodyPr anchorCtr="0" anchor="t" bIns="45700" lIns="91425" spcFirstLastPara="1" rIns="91425" wrap="square" tIns="45700">
            <a:noAutofit/>
          </a:bodyPr>
          <a:lstStyle/>
          <a:p>
            <a:pPr indent="0" lvl="0" marL="0" rtl="0" algn="l">
              <a:spcBef>
                <a:spcPts val="540"/>
              </a:spcBef>
              <a:spcAft>
                <a:spcPts val="0"/>
              </a:spcAft>
              <a:buNone/>
            </a:pPr>
            <a:r>
              <a:t/>
            </a:r>
            <a:endParaRPr/>
          </a:p>
        </p:txBody>
      </p:sp>
      <p:pic>
        <p:nvPicPr>
          <p:cNvPr id="247" name="Google Shape;247;g2a6bae94b38_2_24"/>
          <p:cNvPicPr preferRelativeResize="0"/>
          <p:nvPr/>
        </p:nvPicPr>
        <p:blipFill>
          <a:blip r:embed="rId3">
            <a:alphaModFix/>
          </a:blip>
          <a:stretch>
            <a:fillRect/>
          </a:stretch>
        </p:blipFill>
        <p:spPr>
          <a:xfrm>
            <a:off x="37475" y="878714"/>
            <a:ext cx="9144003" cy="382637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2a6bae94b38_2_32"/>
          <p:cNvSpPr txBox="1"/>
          <p:nvPr>
            <p:ph type="title"/>
          </p:nvPr>
        </p:nvSpPr>
        <p:spPr>
          <a:xfrm>
            <a:off x="357024" y="326759"/>
            <a:ext cx="7592100" cy="571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Database</a:t>
            </a:r>
            <a:r>
              <a:rPr lang="en-US"/>
              <a:t> </a:t>
            </a:r>
            <a:r>
              <a:rPr lang="en-US"/>
              <a:t>Management</a:t>
            </a:r>
            <a:endParaRPr/>
          </a:p>
        </p:txBody>
      </p:sp>
      <p:sp>
        <p:nvSpPr>
          <p:cNvPr id="254" name="Google Shape;254;g2a6bae94b38_2_32"/>
          <p:cNvSpPr txBox="1"/>
          <p:nvPr>
            <p:ph idx="1" type="body"/>
          </p:nvPr>
        </p:nvSpPr>
        <p:spPr>
          <a:xfrm>
            <a:off x="357027" y="1022350"/>
            <a:ext cx="7896300" cy="3729000"/>
          </a:xfrm>
          <a:prstGeom prst="rect">
            <a:avLst/>
          </a:prstGeom>
        </p:spPr>
        <p:txBody>
          <a:bodyPr anchorCtr="0" anchor="t" bIns="45700" lIns="91425" spcFirstLastPara="1" rIns="91425" wrap="square" tIns="45700">
            <a:noAutofit/>
          </a:bodyPr>
          <a:lstStyle/>
          <a:p>
            <a:pPr indent="-336550" lvl="0" marL="457200" rtl="0" algn="l">
              <a:spcBef>
                <a:spcPts val="540"/>
              </a:spcBef>
              <a:spcAft>
                <a:spcPts val="0"/>
              </a:spcAft>
              <a:buSzPts val="1700"/>
              <a:buFont typeface="Calibri"/>
              <a:buChar char="⬛"/>
            </a:pPr>
            <a:r>
              <a:rPr b="0" lang="en-US" sz="1700">
                <a:solidFill>
                  <a:srgbClr val="374151"/>
                </a:solidFill>
              </a:rPr>
              <a:t>Leveraging the power of MySQL, we have implemented a well-structured relational database model to store and organize diverse sets of information. </a:t>
            </a:r>
            <a:endParaRPr sz="1700"/>
          </a:p>
        </p:txBody>
      </p:sp>
      <p:pic>
        <p:nvPicPr>
          <p:cNvPr id="255" name="Google Shape;255;g2a6bae94b38_2_32"/>
          <p:cNvPicPr preferRelativeResize="0"/>
          <p:nvPr/>
        </p:nvPicPr>
        <p:blipFill rotWithShape="1">
          <a:blip r:embed="rId3">
            <a:alphaModFix/>
          </a:blip>
          <a:srcRect b="0" l="-512" r="0" t="48041"/>
          <a:stretch/>
        </p:blipFill>
        <p:spPr>
          <a:xfrm>
            <a:off x="429675" y="2154825"/>
            <a:ext cx="7992924" cy="2334800"/>
          </a:xfrm>
          <a:prstGeom prst="rect">
            <a:avLst/>
          </a:prstGeom>
          <a:noFill/>
          <a:ln>
            <a:noFill/>
          </a:ln>
        </p:spPr>
      </p:pic>
      <p:sp>
        <p:nvSpPr>
          <p:cNvPr id="256" name="Google Shape;256;g2a6bae94b38_2_32"/>
          <p:cNvSpPr txBox="1"/>
          <p:nvPr/>
        </p:nvSpPr>
        <p:spPr>
          <a:xfrm>
            <a:off x="2670125" y="2294700"/>
            <a:ext cx="3124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lt1"/>
                </a:solidFill>
                <a:latin typeface="Calibri"/>
                <a:ea typeface="Calibri"/>
                <a:cs typeface="Calibri"/>
                <a:sym typeface="Calibri"/>
              </a:rPr>
              <a:t>Additional warranty field set for different categories to replace with respect tp supplier product description! </a:t>
            </a:r>
            <a:endParaRPr sz="1200">
              <a:solidFill>
                <a:schemeClr val="lt1"/>
              </a:solidFill>
              <a:latin typeface="Calibri"/>
              <a:ea typeface="Calibri"/>
              <a:cs typeface="Calibri"/>
              <a:sym typeface="Calibri"/>
            </a:endParaRPr>
          </a:p>
        </p:txBody>
      </p:sp>
      <p:cxnSp>
        <p:nvCxnSpPr>
          <p:cNvPr id="257" name="Google Shape;257;g2a6bae94b38_2_32"/>
          <p:cNvCxnSpPr/>
          <p:nvPr/>
        </p:nvCxnSpPr>
        <p:spPr>
          <a:xfrm>
            <a:off x="2117375" y="2745100"/>
            <a:ext cx="449700" cy="449700"/>
          </a:xfrm>
          <a:prstGeom prst="straightConnector1">
            <a:avLst/>
          </a:prstGeom>
          <a:noFill/>
          <a:ln cap="flat" cmpd="sng" w="9525">
            <a:solidFill>
              <a:schemeClr val="dk2"/>
            </a:solidFill>
            <a:prstDash val="solid"/>
            <a:round/>
            <a:headEnd len="med" w="med" type="none"/>
            <a:tailEnd len="med" w="med" type="triangle"/>
          </a:ln>
        </p:spPr>
      </p:cxnSp>
      <p:cxnSp>
        <p:nvCxnSpPr>
          <p:cNvPr id="258" name="Google Shape;258;g2a6bae94b38_2_32"/>
          <p:cNvCxnSpPr/>
          <p:nvPr/>
        </p:nvCxnSpPr>
        <p:spPr>
          <a:xfrm flipH="1">
            <a:off x="2430450" y="2613225"/>
            <a:ext cx="534000" cy="37500"/>
          </a:xfrm>
          <a:prstGeom prst="straightConnector1">
            <a:avLst/>
          </a:prstGeom>
          <a:noFill/>
          <a:ln cap="flat" cmpd="sng" w="9525">
            <a:solidFill>
              <a:schemeClr val="dk2"/>
            </a:solidFill>
            <a:prstDash val="solid"/>
            <a:round/>
            <a:headEnd len="med" w="med" type="none"/>
            <a:tailEnd len="med" w="med" type="triangle"/>
          </a:ln>
          <a:effectLst>
            <a:outerShdw blurRad="1228725" rotWithShape="0" algn="bl" dir="5400000" dist="19050">
              <a:srgbClr val="FFFFFF">
                <a:alpha val="19000"/>
              </a:srgbClr>
            </a:outerShdw>
          </a:effectLst>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2a6bae94b38_2_18"/>
          <p:cNvSpPr txBox="1"/>
          <p:nvPr>
            <p:ph type="title"/>
          </p:nvPr>
        </p:nvSpPr>
        <p:spPr>
          <a:xfrm>
            <a:off x="357024" y="326759"/>
            <a:ext cx="7592100" cy="571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Running SCM Application….</a:t>
            </a:r>
            <a:endParaRPr/>
          </a:p>
        </p:txBody>
      </p:sp>
      <p:sp>
        <p:nvSpPr>
          <p:cNvPr id="265" name="Google Shape;265;g2a6bae94b38_2_18"/>
          <p:cNvSpPr txBox="1"/>
          <p:nvPr>
            <p:ph idx="1" type="body"/>
          </p:nvPr>
        </p:nvSpPr>
        <p:spPr>
          <a:xfrm>
            <a:off x="396877" y="1022350"/>
            <a:ext cx="7896300" cy="3729000"/>
          </a:xfrm>
          <a:prstGeom prst="rect">
            <a:avLst/>
          </a:prstGeom>
        </p:spPr>
        <p:txBody>
          <a:bodyPr anchorCtr="0" anchor="t" bIns="45700" lIns="91425" spcFirstLastPara="1" rIns="91425" wrap="square" tIns="45700">
            <a:noAutofit/>
          </a:bodyPr>
          <a:lstStyle/>
          <a:p>
            <a:pPr indent="0" lvl="0" marL="0" rtl="0" algn="l">
              <a:spcBef>
                <a:spcPts val="54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2a6bae94b38_0_201"/>
          <p:cNvSpPr txBox="1"/>
          <p:nvPr>
            <p:ph type="title"/>
          </p:nvPr>
        </p:nvSpPr>
        <p:spPr>
          <a:xfrm>
            <a:off x="357024" y="319334"/>
            <a:ext cx="7592100" cy="571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Reflection and Challenges</a:t>
            </a:r>
            <a:endParaRPr/>
          </a:p>
        </p:txBody>
      </p:sp>
      <p:sp>
        <p:nvSpPr>
          <p:cNvPr id="272" name="Google Shape;272;g2a6bae94b38_0_201"/>
          <p:cNvSpPr txBox="1"/>
          <p:nvPr>
            <p:ph idx="1" type="body"/>
          </p:nvPr>
        </p:nvSpPr>
        <p:spPr>
          <a:xfrm>
            <a:off x="396877" y="1022350"/>
            <a:ext cx="7896300" cy="3729000"/>
          </a:xfrm>
          <a:prstGeom prst="rect">
            <a:avLst/>
          </a:prstGeom>
        </p:spPr>
        <p:txBody>
          <a:bodyPr anchorCtr="0" anchor="t" bIns="45700" lIns="91425" spcFirstLastPara="1" rIns="91425" wrap="square" tIns="45700">
            <a:noAutofit/>
          </a:bodyPr>
          <a:lstStyle/>
          <a:p>
            <a:pPr indent="-355600" lvl="0" marL="457200" rtl="0" algn="l">
              <a:spcBef>
                <a:spcPts val="540"/>
              </a:spcBef>
              <a:spcAft>
                <a:spcPts val="0"/>
              </a:spcAft>
              <a:buSzPts val="2000"/>
              <a:buChar char="⬛"/>
            </a:pPr>
            <a:r>
              <a:rPr b="0" lang="en-US" sz="2000"/>
              <a:t>Integrating diverse components like back-end, front-end, and database was a significant challenge conquered over the course of the project.</a:t>
            </a:r>
            <a:endParaRPr b="0" sz="2000"/>
          </a:p>
          <a:p>
            <a:pPr indent="-355600" lvl="0" marL="457200" rtl="0" algn="l">
              <a:spcBef>
                <a:spcPts val="0"/>
              </a:spcBef>
              <a:spcAft>
                <a:spcPts val="0"/>
              </a:spcAft>
              <a:buSzPts val="2000"/>
              <a:buChar char="⬛"/>
            </a:pPr>
            <a:r>
              <a:rPr b="0" lang="en-US" sz="2000"/>
              <a:t>Restructuring ambitions from full-stack to back-end focused development due to time constraints was unexpected.</a:t>
            </a:r>
            <a:endParaRPr b="0" sz="2000"/>
          </a:p>
          <a:p>
            <a:pPr indent="-355600" lvl="0" marL="457200" rtl="0" algn="l">
              <a:spcBef>
                <a:spcPts val="0"/>
              </a:spcBef>
              <a:spcAft>
                <a:spcPts val="0"/>
              </a:spcAft>
              <a:buSzPts val="2000"/>
              <a:buChar char="⬛"/>
            </a:pPr>
            <a:r>
              <a:rPr b="0" lang="en-US" sz="2000"/>
              <a:t>Difficulties in establishing a connected front end, encountering machine compatibility issues, and prioritizing back-end functionality over implementing more advanced features due to time constraints.</a:t>
            </a:r>
            <a:endParaRPr b="0" sz="2000"/>
          </a:p>
          <a:p>
            <a:pPr indent="-355600" lvl="0" marL="457200" rtl="0" algn="l">
              <a:spcBef>
                <a:spcPts val="0"/>
              </a:spcBef>
              <a:spcAft>
                <a:spcPts val="0"/>
              </a:spcAft>
              <a:buSzPts val="2000"/>
              <a:buChar char="⬛"/>
            </a:pPr>
            <a:r>
              <a:rPr b="0" lang="en-US" sz="2000"/>
              <a:t>Successful management of typical SCM with supplier products, detailed product display, and order tracking were key achievements.</a:t>
            </a:r>
            <a:endParaRPr b="0" sz="2000"/>
          </a:p>
          <a:p>
            <a:pPr indent="0" lvl="0" marL="0" rtl="0" algn="l">
              <a:spcBef>
                <a:spcPts val="540"/>
              </a:spcBef>
              <a:spcAft>
                <a:spcPts val="0"/>
              </a:spcAft>
              <a:buClr>
                <a:schemeClr val="dk1"/>
              </a:buClr>
              <a:buSzPts val="1100"/>
              <a:buFont typeface="Arial"/>
              <a:buNone/>
            </a:pPr>
            <a:r>
              <a:t/>
            </a:r>
            <a:endParaRPr b="0" sz="2000"/>
          </a:p>
          <a:p>
            <a:pPr indent="0" lvl="0" marL="0" rtl="0" algn="l">
              <a:spcBef>
                <a:spcPts val="540"/>
              </a:spcBef>
              <a:spcAft>
                <a:spcPts val="0"/>
              </a:spcAft>
              <a:buClr>
                <a:schemeClr val="dk1"/>
              </a:buClr>
              <a:buSzPts val="1100"/>
              <a:buFont typeface="Arial"/>
              <a:buNone/>
            </a:pPr>
            <a:r>
              <a:t/>
            </a:r>
            <a:endParaRPr/>
          </a:p>
          <a:p>
            <a:pPr indent="0" lvl="0" marL="0" rtl="0" algn="l">
              <a:spcBef>
                <a:spcPts val="54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2a6bae94b38_0_210"/>
          <p:cNvSpPr txBox="1"/>
          <p:nvPr>
            <p:ph type="title"/>
          </p:nvPr>
        </p:nvSpPr>
        <p:spPr>
          <a:xfrm>
            <a:off x="357024" y="326759"/>
            <a:ext cx="7592100" cy="571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Improvement and Learnings</a:t>
            </a:r>
            <a:endParaRPr/>
          </a:p>
        </p:txBody>
      </p:sp>
      <p:sp>
        <p:nvSpPr>
          <p:cNvPr id="279" name="Google Shape;279;g2a6bae94b38_0_210"/>
          <p:cNvSpPr txBox="1"/>
          <p:nvPr>
            <p:ph idx="1" type="body"/>
          </p:nvPr>
        </p:nvSpPr>
        <p:spPr>
          <a:xfrm>
            <a:off x="396877" y="1022350"/>
            <a:ext cx="7896300" cy="3729000"/>
          </a:xfrm>
          <a:prstGeom prst="rect">
            <a:avLst/>
          </a:prstGeom>
        </p:spPr>
        <p:txBody>
          <a:bodyPr anchorCtr="0" anchor="t" bIns="45700" lIns="91425" spcFirstLastPara="1" rIns="91425" wrap="square" tIns="45700">
            <a:noAutofit/>
          </a:bodyPr>
          <a:lstStyle/>
          <a:p>
            <a:pPr indent="-355600" lvl="0" marL="457200" rtl="0" algn="l">
              <a:lnSpc>
                <a:spcPct val="115000"/>
              </a:lnSpc>
              <a:spcBef>
                <a:spcPts val="1200"/>
              </a:spcBef>
              <a:spcAft>
                <a:spcPts val="0"/>
              </a:spcAft>
              <a:buSzPts val="2000"/>
              <a:buChar char="⬛"/>
            </a:pPr>
            <a:r>
              <a:rPr b="0" lang="en-US" sz="2000"/>
              <a:t>While we </a:t>
            </a:r>
            <a:r>
              <a:rPr b="0" lang="en-US" sz="2000"/>
              <a:t>efficiently</a:t>
            </a:r>
            <a:r>
              <a:rPr b="0" lang="en-US" sz="2000"/>
              <a:t> implemented key functionalities, front-end development could have been more expanded, for the better user interface.</a:t>
            </a:r>
            <a:endParaRPr b="0" sz="2000"/>
          </a:p>
          <a:p>
            <a:pPr indent="-355600" lvl="1" marL="914400" rtl="0" algn="l">
              <a:lnSpc>
                <a:spcPct val="115000"/>
              </a:lnSpc>
              <a:spcBef>
                <a:spcPts val="0"/>
              </a:spcBef>
              <a:spcAft>
                <a:spcPts val="0"/>
              </a:spcAft>
              <a:buSzPts val="2000"/>
              <a:buChar char="▪"/>
            </a:pPr>
            <a:r>
              <a:rPr b="0" lang="en-US" sz="2000"/>
              <a:t>Further exploration into advanced front-end development tools for a more dynamic and interactive UI would be interesting.</a:t>
            </a:r>
            <a:endParaRPr b="0" sz="2000"/>
          </a:p>
          <a:p>
            <a:pPr indent="-355600" lvl="0" marL="457200" rtl="0" algn="l">
              <a:lnSpc>
                <a:spcPct val="115000"/>
              </a:lnSpc>
              <a:spcBef>
                <a:spcPts val="0"/>
              </a:spcBef>
              <a:spcAft>
                <a:spcPts val="0"/>
              </a:spcAft>
              <a:buSzPts val="2000"/>
              <a:buChar char="⬛"/>
            </a:pPr>
            <a:r>
              <a:rPr b="0" lang="en-US" sz="2000"/>
              <a:t>Future endeavors could benefit from early scoping to allocate ample focus on detailed supply chain functionalities in the back-end development phase.</a:t>
            </a:r>
            <a:endParaRPr b="0" sz="2000"/>
          </a:p>
          <a:p>
            <a:pPr indent="-355600" lvl="0" marL="457200" rtl="0" algn="l">
              <a:lnSpc>
                <a:spcPct val="115000"/>
              </a:lnSpc>
              <a:spcBef>
                <a:spcPts val="0"/>
              </a:spcBef>
              <a:spcAft>
                <a:spcPts val="0"/>
              </a:spcAft>
              <a:buSzPts val="2000"/>
              <a:buChar char="⬛"/>
            </a:pPr>
            <a:r>
              <a:rPr b="0" lang="en-US" sz="2000"/>
              <a:t>Strategically applied OOAD patterns for robust and maintainable system structure was a significant takeaway.</a:t>
            </a:r>
            <a:endParaRPr b="0" sz="2000"/>
          </a:p>
          <a:p>
            <a:pPr indent="0" lvl="0" marL="457200" rtl="0" algn="l">
              <a:spcBef>
                <a:spcPts val="1200"/>
              </a:spcBef>
              <a:spcAft>
                <a:spcPts val="0"/>
              </a:spcAft>
              <a:buNone/>
            </a:pPr>
            <a:r>
              <a:t/>
            </a:r>
            <a:endParaRPr b="0"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2a6bae94b38_0_218"/>
          <p:cNvSpPr txBox="1"/>
          <p:nvPr>
            <p:ph type="title"/>
          </p:nvPr>
        </p:nvSpPr>
        <p:spPr>
          <a:xfrm>
            <a:off x="357024" y="326759"/>
            <a:ext cx="7592100" cy="571500"/>
          </a:xfrm>
          <a:prstGeom prst="rect">
            <a:avLst/>
          </a:prstGeom>
        </p:spPr>
        <p:txBody>
          <a:bodyPr anchorCtr="0" anchor="ctr" bIns="45700" lIns="91425" spcFirstLastPara="1" rIns="91425" wrap="square" tIns="45700">
            <a:noAutofit/>
          </a:bodyPr>
          <a:lstStyle/>
          <a:p>
            <a:pPr indent="0" lvl="0" marL="0" rtl="0" algn="l">
              <a:spcBef>
                <a:spcPts val="540"/>
              </a:spcBef>
              <a:spcAft>
                <a:spcPts val="0"/>
              </a:spcAft>
              <a:buClr>
                <a:schemeClr val="dk1"/>
              </a:buClr>
              <a:buSzPts val="1100"/>
              <a:buFont typeface="Arial"/>
              <a:buNone/>
            </a:pPr>
            <a:r>
              <a:rPr lang="en-US"/>
              <a:t>Understanding and Conclusion</a:t>
            </a:r>
            <a:endParaRPr/>
          </a:p>
        </p:txBody>
      </p:sp>
      <p:sp>
        <p:nvSpPr>
          <p:cNvPr id="286" name="Google Shape;286;g2a6bae94b38_0_218"/>
          <p:cNvSpPr txBox="1"/>
          <p:nvPr>
            <p:ph idx="1" type="body"/>
          </p:nvPr>
        </p:nvSpPr>
        <p:spPr>
          <a:xfrm>
            <a:off x="401552" y="1031700"/>
            <a:ext cx="7896300" cy="3729000"/>
          </a:xfrm>
          <a:prstGeom prst="rect">
            <a:avLst/>
          </a:prstGeom>
        </p:spPr>
        <p:txBody>
          <a:bodyPr anchorCtr="0" anchor="t" bIns="45700" lIns="91425" spcFirstLastPara="1" rIns="91425" wrap="square" tIns="45700">
            <a:noAutofit/>
          </a:bodyPr>
          <a:lstStyle/>
          <a:p>
            <a:pPr indent="-355600" lvl="0" marL="457200" rtl="0" algn="l">
              <a:spcBef>
                <a:spcPts val="540"/>
              </a:spcBef>
              <a:spcAft>
                <a:spcPts val="0"/>
              </a:spcAft>
              <a:buSzPts val="2000"/>
              <a:buChar char="⬛"/>
            </a:pPr>
            <a:r>
              <a:rPr b="0" lang="en-US" sz="2000"/>
              <a:t>This project allowed practical application of theoretical knowledge from class, specifically in using design patterns and database integration.</a:t>
            </a:r>
            <a:endParaRPr b="0" sz="2000"/>
          </a:p>
          <a:p>
            <a:pPr indent="-355600" lvl="0" marL="457200" rtl="0" algn="l">
              <a:spcBef>
                <a:spcPts val="0"/>
              </a:spcBef>
              <a:spcAft>
                <a:spcPts val="0"/>
              </a:spcAft>
              <a:buSzPts val="2000"/>
              <a:buChar char="⬛"/>
            </a:pPr>
            <a:r>
              <a:rPr b="0" lang="en-US" sz="2000"/>
              <a:t>We successfully designed and implemented a robust web-based Supply Chain Management system. Our approach involved creating REST APIs, leveraging our skills in Java, MySQL, and software architecture. Additionally, we incorporated a user-friendly web interface to facilitate seamless user interactions.</a:t>
            </a:r>
            <a:endParaRPr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0"/>
          <p:cNvSpPr txBox="1"/>
          <p:nvPr>
            <p:ph idx="1" type="subTitle"/>
          </p:nvPr>
        </p:nvSpPr>
        <p:spPr>
          <a:xfrm>
            <a:off x="685800" y="2914650"/>
            <a:ext cx="7677492" cy="1314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t/>
            </a:r>
            <a:endParaRPr sz="2000"/>
          </a:p>
        </p:txBody>
      </p:sp>
      <p:sp>
        <p:nvSpPr>
          <p:cNvPr id="292" name="Google Shape;292;p10"/>
          <p:cNvSpPr txBox="1"/>
          <p:nvPr>
            <p:ph type="title"/>
          </p:nvPr>
        </p:nvSpPr>
        <p:spPr>
          <a:xfrm>
            <a:off x="2001440" y="1200150"/>
            <a:ext cx="6277401" cy="1657350"/>
          </a:xfrm>
          <a:prstGeom prst="rect">
            <a:avLst/>
          </a:prstGeom>
          <a:noFill/>
          <a:ln>
            <a:noFill/>
          </a:ln>
        </p:spPr>
        <p:txBody>
          <a:bodyPr anchorCtr="0" anchor="ctr" bIns="45700" lIns="91425" spcFirstLastPara="1" rIns="91425" wrap="square" tIns="45700">
            <a:noAutofit/>
          </a:bodyPr>
          <a:lstStyle/>
          <a:p>
            <a:pPr indent="-66675" lvl="0" marL="66675" rtl="0" algn="l">
              <a:spcBef>
                <a:spcPts val="0"/>
              </a:spcBef>
              <a:spcAft>
                <a:spcPts val="0"/>
              </a:spcAft>
              <a:buNone/>
            </a:pPr>
            <a:r>
              <a:rPr lang="en-US"/>
              <a:t>Thank You! Have a great break!</a:t>
            </a:r>
            <a:endParaRPr/>
          </a:p>
        </p:txBody>
      </p:sp>
    </p:spTree>
  </p:cSld>
  <p:clrMapOvr>
    <a:masterClrMapping/>
  </p:clrMapOvr>
</p:sld>
</file>

<file path=ppt/theme/theme1.xml><?xml version="1.0" encoding="utf-8"?>
<a:theme xmlns:a="http://schemas.openxmlformats.org/drawingml/2006/main" xmlns:r="http://schemas.openxmlformats.org/officeDocument/2006/relationships" name="4_template2007">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00000"/>
      </a:hlink>
      <a:folHlink>
        <a:srgbClr val="C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2010-10-28T17:57:07Z</dcterms:created>
  <dc:creator>waldo</dc:creator>
</cp:coreProperties>
</file>